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968"/>
        <p:guide pos="408"/>
        <p:guide orient="horz" pos="3912"/>
        <p:guide pos="7272"/>
        <p:guide orient="horz" pos="165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3" name="Shape 193"/>
        <p:cNvGrpSpPr/>
        <p:nvPr/>
      </p:nvGrpSpPr>
      <p:grpSpPr>
        <a:xfrm>
          <a:off x="0" y="0"/>
          <a:ext cx="0" cy="0"/>
          <a:chOff x="0" y="0"/>
          <a:chExt cx="0" cy="0"/>
        </a:xfrm>
      </p:grpSpPr>
      <p:sp>
        <p:nvSpPr>
          <p:cNvPr id="194" name="Google Shape;194;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5" name="Google Shape;195;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3" name="Google Shape;203;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1" name="Google Shape;211;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7" name="Shape 217"/>
        <p:cNvGrpSpPr/>
        <p:nvPr/>
      </p:nvGrpSpPr>
      <p:grpSpPr>
        <a:xfrm>
          <a:off x="0" y="0"/>
          <a:ext cx="0" cy="0"/>
          <a:chOff x="0" y="0"/>
          <a:chExt cx="0" cy="0"/>
        </a:xfrm>
      </p:grpSpPr>
      <p:sp>
        <p:nvSpPr>
          <p:cNvPr id="218" name="Google Shape;218;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9" name="Google Shape;219;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4" name="Shape 224"/>
        <p:cNvGrpSpPr/>
        <p:nvPr/>
      </p:nvGrpSpPr>
      <p:grpSpPr>
        <a:xfrm>
          <a:off x="0" y="0"/>
          <a:ext cx="0" cy="0"/>
          <a:chOff x="0" y="0"/>
          <a:chExt cx="0" cy="0"/>
        </a:xfrm>
      </p:grpSpPr>
      <p:sp>
        <p:nvSpPr>
          <p:cNvPr id="225" name="Google Shape;22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7" name="Google Shape;227;p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5" name="Google Shape;23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5" name="Google Shape;24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 name="Shape 251"/>
        <p:cNvGrpSpPr/>
        <p:nvPr/>
      </p:nvGrpSpPr>
      <p:grpSpPr>
        <a:xfrm>
          <a:off x="0" y="0"/>
          <a:ext cx="0" cy="0"/>
          <a:chOff x="0" y="0"/>
          <a:chExt cx="0" cy="0"/>
        </a:xfrm>
      </p:grpSpPr>
      <p:sp>
        <p:nvSpPr>
          <p:cNvPr id="252" name="Google Shape;252;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3" name="Google Shape;253;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0" name="Shape 260"/>
        <p:cNvGrpSpPr/>
        <p:nvPr/>
      </p:nvGrpSpPr>
      <p:grpSpPr>
        <a:xfrm>
          <a:off x="0" y="0"/>
          <a:ext cx="0" cy="0"/>
          <a:chOff x="0" y="0"/>
          <a:chExt cx="0" cy="0"/>
        </a:xfrm>
      </p:grpSpPr>
      <p:sp>
        <p:nvSpPr>
          <p:cNvPr id="261" name="Google Shape;261;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2" name="Google Shape;262;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1" name="Google Shape;271;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8" name="Shape 278"/>
        <p:cNvGrpSpPr/>
        <p:nvPr/>
      </p:nvGrpSpPr>
      <p:grpSpPr>
        <a:xfrm>
          <a:off x="0" y="0"/>
          <a:ext cx="0" cy="0"/>
          <a:chOff x="0" y="0"/>
          <a:chExt cx="0" cy="0"/>
        </a:xfrm>
      </p:grpSpPr>
      <p:sp>
        <p:nvSpPr>
          <p:cNvPr id="279" name="Google Shape;279;g3fa553cc730_0_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0" name="Google Shape;280;g3fa553cc730_0_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7" name="Shape 287"/>
        <p:cNvGrpSpPr/>
        <p:nvPr/>
      </p:nvGrpSpPr>
      <p:grpSpPr>
        <a:xfrm>
          <a:off x="0" y="0"/>
          <a:ext cx="0" cy="0"/>
          <a:chOff x="0" y="0"/>
          <a:chExt cx="0" cy="0"/>
        </a:xfrm>
      </p:grpSpPr>
      <p:sp>
        <p:nvSpPr>
          <p:cNvPr id="288" name="Google Shape;288;g3fa553cc730_0_1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9" name="Google Shape;289;g3fa553cc730_0_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6" name="Shape 296"/>
        <p:cNvGrpSpPr/>
        <p:nvPr/>
      </p:nvGrpSpPr>
      <p:grpSpPr>
        <a:xfrm>
          <a:off x="0" y="0"/>
          <a:ext cx="0" cy="0"/>
          <a:chOff x="0" y="0"/>
          <a:chExt cx="0" cy="0"/>
        </a:xfrm>
      </p:grpSpPr>
      <p:sp>
        <p:nvSpPr>
          <p:cNvPr id="297" name="Google Shape;297;p1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8" name="Google Shape;298;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4" name="Shape 304"/>
        <p:cNvGrpSpPr/>
        <p:nvPr/>
      </p:nvGrpSpPr>
      <p:grpSpPr>
        <a:xfrm>
          <a:off x="0" y="0"/>
          <a:ext cx="0" cy="0"/>
          <a:chOff x="0" y="0"/>
          <a:chExt cx="0" cy="0"/>
        </a:xfrm>
      </p:grpSpPr>
      <p:sp>
        <p:nvSpPr>
          <p:cNvPr id="305" name="Google Shape;305;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6" name="Google Shape;306;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3" name="Shape 313"/>
        <p:cNvGrpSpPr/>
        <p:nvPr/>
      </p:nvGrpSpPr>
      <p:grpSpPr>
        <a:xfrm>
          <a:off x="0" y="0"/>
          <a:ext cx="0" cy="0"/>
          <a:chOff x="0" y="0"/>
          <a:chExt cx="0" cy="0"/>
        </a:xfrm>
      </p:grpSpPr>
      <p:sp>
        <p:nvSpPr>
          <p:cNvPr id="314" name="Google Shape;314;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5" name="Google Shape;315;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2" name="Shape 322"/>
        <p:cNvGrpSpPr/>
        <p:nvPr/>
      </p:nvGrpSpPr>
      <p:grpSpPr>
        <a:xfrm>
          <a:off x="0" y="0"/>
          <a:ext cx="0" cy="0"/>
          <a:chOff x="0" y="0"/>
          <a:chExt cx="0" cy="0"/>
        </a:xfrm>
      </p:grpSpPr>
      <p:sp>
        <p:nvSpPr>
          <p:cNvPr id="323" name="Google Shape;323;p1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4" name="Google Shape;324;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Quote">
    <p:spTree>
      <p:nvGrpSpPr>
        <p:cNvPr id="29" name="Shape 29"/>
        <p:cNvGrpSpPr/>
        <p:nvPr/>
      </p:nvGrpSpPr>
      <p:grpSpPr>
        <a:xfrm>
          <a:off x="0" y="0"/>
          <a:ext cx="0" cy="0"/>
          <a:chOff x="0" y="0"/>
          <a:chExt cx="0" cy="0"/>
        </a:xfrm>
      </p:grpSpPr>
      <p:sp>
        <p:nvSpPr>
          <p:cNvPr id="30" name="Google Shape;30;p2"/>
          <p:cNvSpPr txBox="1"/>
          <p:nvPr>
            <p:ph type="body" idx="1"/>
          </p:nvPr>
        </p:nvSpPr>
        <p:spPr>
          <a:xfrm>
            <a:off x="6312871" y="4141999"/>
            <a:ext cx="4220845" cy="861497"/>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b="1">
                <a:solidFill>
                  <a:schemeClr val="accent4"/>
                </a:solidFill>
                <a:latin typeface="Trebuchet MS" panose="020B0603020202020204"/>
                <a:ea typeface="Trebuchet MS" panose="020B0603020202020204"/>
                <a:cs typeface="Trebuchet MS" panose="020B0603020202020204"/>
                <a:sym typeface="Trebuchet MS" panose="020B0603020202020204"/>
              </a:defRPr>
            </a:lvl1pPr>
            <a:lvl2pPr marL="914400" lvl="1" indent="-228600" algn="l">
              <a:spcBef>
                <a:spcPts val="1000"/>
              </a:spcBef>
              <a:spcAft>
                <a:spcPts val="0"/>
              </a:spcAft>
              <a:buSzPts val="1600"/>
              <a:buNone/>
              <a:defRPr sz="2000"/>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31" name="Google Shape;31;p2"/>
          <p:cNvSpPr/>
          <p:nvPr/>
        </p:nvSpPr>
        <p:spPr>
          <a:xfrm>
            <a:off x="740309" y="1382809"/>
            <a:ext cx="1229566" cy="1059971"/>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32" name="Google Shape;32;p2"/>
          <p:cNvSpPr/>
          <p:nvPr/>
        </p:nvSpPr>
        <p:spPr>
          <a:xfrm>
            <a:off x="3755031" y="1194620"/>
            <a:ext cx="1666162" cy="1436347"/>
          </a:xfrm>
          <a:prstGeom prst="hexagon">
            <a:avLst>
              <a:gd name="adj" fmla="val 25000"/>
              <a:gd name="vf" fmla="val 11547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33" name="Google Shape;33;p2"/>
          <p:cNvSpPr/>
          <p:nvPr/>
        </p:nvSpPr>
        <p:spPr>
          <a:xfrm>
            <a:off x="3804994" y="5233183"/>
            <a:ext cx="718261" cy="619191"/>
          </a:xfrm>
          <a:prstGeom prst="hexagon">
            <a:avLst>
              <a:gd name="adj" fmla="val 25000"/>
              <a:gd name="vf" fmla="val 11547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34" name="Google Shape;34;p2"/>
          <p:cNvSpPr/>
          <p:nvPr/>
        </p:nvSpPr>
        <p:spPr>
          <a:xfrm>
            <a:off x="1837838" y="1101306"/>
            <a:ext cx="651613" cy="561736"/>
          </a:xfrm>
          <a:prstGeom prst="hexagon">
            <a:avLst>
              <a:gd name="adj" fmla="val 25000"/>
              <a:gd name="vf" fmla="val 11547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35" name="Google Shape;35;p2"/>
          <p:cNvSpPr/>
          <p:nvPr>
            <p:ph type="pic" idx="2"/>
          </p:nvPr>
        </p:nvSpPr>
        <p:spPr>
          <a:xfrm>
            <a:off x="1571515" y="1914044"/>
            <a:ext cx="3993624" cy="3617848"/>
          </a:xfrm>
          <a:prstGeom prst="rect">
            <a:avLst/>
          </a:prstGeom>
          <a:noFill/>
          <a:ln>
            <a:noFill/>
          </a:ln>
        </p:spPr>
      </p:sp>
      <p:sp>
        <p:nvSpPr>
          <p:cNvPr id="36" name="Google Shape;36;p2"/>
          <p:cNvSpPr txBox="1"/>
          <p:nvPr>
            <p:ph type="title"/>
          </p:nvPr>
        </p:nvSpPr>
        <p:spPr>
          <a:xfrm>
            <a:off x="6312871" y="2050552"/>
            <a:ext cx="4998720" cy="1748983"/>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2800"/>
              <a:buFont typeface="Trebuchet MS" panose="020B0603020202020204"/>
              <a:buNone/>
              <a:defRPr sz="280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37" name="Shape 37"/>
        <p:cNvGrpSpPr/>
        <p:nvPr/>
      </p:nvGrpSpPr>
      <p:grpSpPr>
        <a:xfrm>
          <a:off x="0" y="0"/>
          <a:ext cx="0" cy="0"/>
          <a:chOff x="0" y="0"/>
          <a:chExt cx="0" cy="0"/>
        </a:xfrm>
      </p:grpSpPr>
      <p:sp>
        <p:nvSpPr>
          <p:cNvPr id="38" name="Google Shape;38;p3"/>
          <p:cNvSpPr txBox="1"/>
          <p:nvPr>
            <p:ph type="body" idx="1"/>
          </p:nvPr>
        </p:nvSpPr>
        <p:spPr>
          <a:xfrm>
            <a:off x="660400" y="2044700"/>
            <a:ext cx="4275138" cy="3560763"/>
          </a:xfrm>
          <a:prstGeom prst="rect">
            <a:avLst/>
          </a:prstGeom>
          <a:noFill/>
          <a:ln>
            <a:noFill/>
          </a:ln>
        </p:spPr>
        <p:txBody>
          <a:bodyPr spcFirstLastPara="1" wrap="square" lIns="91425" tIns="45700" rIns="91425" bIns="45700" anchor="t" anchorCtr="0">
            <a:normAutofit/>
          </a:bodyPr>
          <a:lstStyle>
            <a:lvl1pPr marL="457200" lvl="0" indent="-330200" algn="l">
              <a:spcBef>
                <a:spcPts val="1000"/>
              </a:spcBef>
              <a:spcAft>
                <a:spcPts val="0"/>
              </a:spcAft>
              <a:buClr>
                <a:schemeClr val="accent4"/>
              </a:buClr>
              <a:buSzPts val="1600"/>
              <a:buFont typeface="Noto Sans Symbols"/>
              <a:buChar char="▪"/>
              <a:defRPr sz="2000"/>
            </a:lvl1pPr>
            <a:lvl2pPr marL="914400" lvl="1" indent="-320040" algn="l">
              <a:spcBef>
                <a:spcPts val="1000"/>
              </a:spcBef>
              <a:spcAft>
                <a:spcPts val="0"/>
              </a:spcAft>
              <a:buClr>
                <a:schemeClr val="accent4"/>
              </a:buClr>
              <a:buSzPts val="1440"/>
              <a:buFont typeface="Noto Sans Symbols"/>
              <a:buChar char="▪"/>
              <a:defRPr sz="1800"/>
            </a:lvl2pPr>
            <a:lvl3pPr marL="1371600" lvl="2" indent="-309880" algn="l">
              <a:spcBef>
                <a:spcPts val="1000"/>
              </a:spcBef>
              <a:spcAft>
                <a:spcPts val="0"/>
              </a:spcAft>
              <a:buClr>
                <a:schemeClr val="accent4"/>
              </a:buClr>
              <a:buSzPts val="1280"/>
              <a:buFont typeface="Noto Sans Symbols"/>
              <a:buChar char="▪"/>
              <a:defRPr sz="1600"/>
            </a:lvl3pPr>
            <a:lvl4pPr marL="1828800" lvl="3" indent="-309880" algn="l">
              <a:spcBef>
                <a:spcPts val="1000"/>
              </a:spcBef>
              <a:spcAft>
                <a:spcPts val="0"/>
              </a:spcAft>
              <a:buClr>
                <a:schemeClr val="accent4"/>
              </a:buClr>
              <a:buSzPts val="1280"/>
              <a:buFont typeface="Noto Sans Symbols"/>
              <a:buChar char="▪"/>
              <a:defRPr sz="1600"/>
            </a:lvl4pPr>
            <a:lvl5pPr marL="2286000" lvl="4" indent="-309880" algn="l">
              <a:spcBef>
                <a:spcPts val="1000"/>
              </a:spcBef>
              <a:spcAft>
                <a:spcPts val="0"/>
              </a:spcAft>
              <a:buClr>
                <a:schemeClr val="accent4"/>
              </a:buClr>
              <a:buSzPts val="1280"/>
              <a:buFont typeface="Noto Sans Symbols"/>
              <a:buChar char="▪"/>
              <a:defRPr sz="1600"/>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39" name="Google Shape;39;p3"/>
          <p:cNvSpPr/>
          <p:nvPr/>
        </p:nvSpPr>
        <p:spPr>
          <a:xfrm>
            <a:off x="9354457" y="5363987"/>
            <a:ext cx="457200" cy="4572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40" name="Google Shape;40;p3"/>
          <p:cNvSpPr/>
          <p:nvPr/>
        </p:nvSpPr>
        <p:spPr>
          <a:xfrm>
            <a:off x="6692791" y="1699889"/>
            <a:ext cx="319749" cy="31974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41" name="Google Shape;41;p3"/>
          <p:cNvSpPr/>
          <p:nvPr/>
        </p:nvSpPr>
        <p:spPr>
          <a:xfrm>
            <a:off x="9354457" y="5897738"/>
            <a:ext cx="179977" cy="17997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42" name="Google Shape;42;p3"/>
          <p:cNvSpPr/>
          <p:nvPr>
            <p:ph type="pic" idx="2"/>
          </p:nvPr>
        </p:nvSpPr>
        <p:spPr>
          <a:xfrm>
            <a:off x="7090227" y="786181"/>
            <a:ext cx="4441372" cy="5393036"/>
          </a:xfrm>
          <a:prstGeom prst="rect">
            <a:avLst/>
          </a:prstGeom>
          <a:noFill/>
          <a:ln>
            <a:noFill/>
          </a:ln>
        </p:spPr>
      </p:sp>
      <p:sp>
        <p:nvSpPr>
          <p:cNvPr id="43" name="Google Shape;43;p3"/>
          <p:cNvSpPr txBox="1"/>
          <p:nvPr>
            <p:ph type="title"/>
          </p:nvPr>
        </p:nvSpPr>
        <p:spPr>
          <a:xfrm>
            <a:off x="660400" y="805213"/>
            <a:ext cx="4275138" cy="830997"/>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800"/>
              <a:buFont typeface="Trebuchet MS" panose="020B0603020202020204"/>
              <a:buNone/>
              <a:defRPr sz="4800" b="1">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44" name="Shape 44"/>
        <p:cNvGrpSpPr/>
        <p:nvPr/>
      </p:nvGrpSpPr>
      <p:grpSpPr>
        <a:xfrm>
          <a:off x="0" y="0"/>
          <a:ext cx="0" cy="0"/>
          <a:chOff x="0" y="0"/>
          <a:chExt cx="0" cy="0"/>
        </a:xfrm>
      </p:grpSpPr>
      <p:sp>
        <p:nvSpPr>
          <p:cNvPr id="45" name="Google Shape;45;p4"/>
          <p:cNvSpPr/>
          <p:nvPr/>
        </p:nvSpPr>
        <p:spPr>
          <a:xfrm>
            <a:off x="7362825" y="443263"/>
            <a:ext cx="361950" cy="36195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panose="020B0603020202020204"/>
              <a:ea typeface="Trebuchet MS" panose="020B0603020202020204"/>
              <a:cs typeface="Trebuchet MS" panose="020B0603020202020204"/>
              <a:sym typeface="Trebuchet MS" panose="020B0603020202020204"/>
            </a:endParaRPr>
          </a:p>
        </p:txBody>
      </p:sp>
      <p:sp>
        <p:nvSpPr>
          <p:cNvPr id="46" name="Google Shape;46;p4"/>
          <p:cNvSpPr/>
          <p:nvPr/>
        </p:nvSpPr>
        <p:spPr>
          <a:xfrm>
            <a:off x="11007246" y="5605994"/>
            <a:ext cx="654227" cy="65422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panose="020B0603020202020204"/>
              <a:ea typeface="Trebuchet MS" panose="020B0603020202020204"/>
              <a:cs typeface="Trebuchet MS" panose="020B0603020202020204"/>
              <a:sym typeface="Trebuchet MS" panose="020B0603020202020204"/>
            </a:endParaRPr>
          </a:p>
        </p:txBody>
      </p:sp>
      <p:sp>
        <p:nvSpPr>
          <p:cNvPr id="47" name="Google Shape;47;p4"/>
          <p:cNvSpPr/>
          <p:nvPr/>
        </p:nvSpPr>
        <p:spPr>
          <a:xfrm>
            <a:off x="10683791" y="6132439"/>
            <a:ext cx="251152" cy="251152"/>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panose="020B0603020202020204"/>
              <a:ea typeface="Trebuchet MS" panose="020B0603020202020204"/>
              <a:cs typeface="Trebuchet MS" panose="020B0603020202020204"/>
              <a:sym typeface="Trebuchet MS" panose="020B0603020202020204"/>
            </a:endParaRPr>
          </a:p>
        </p:txBody>
      </p:sp>
      <p:sp>
        <p:nvSpPr>
          <p:cNvPr id="48" name="Google Shape;48;p4"/>
          <p:cNvSpPr/>
          <p:nvPr>
            <p:ph type="pic" idx="2"/>
          </p:nvPr>
        </p:nvSpPr>
        <p:spPr>
          <a:xfrm>
            <a:off x="5733416" y="624239"/>
            <a:ext cx="5855754" cy="5631571"/>
          </a:xfrm>
          <a:prstGeom prst="rect">
            <a:avLst/>
          </a:prstGeom>
          <a:noFill/>
          <a:ln>
            <a:noFill/>
          </a:ln>
        </p:spPr>
      </p:sp>
      <p:sp>
        <p:nvSpPr>
          <p:cNvPr id="49" name="Google Shape;49;p4"/>
          <p:cNvSpPr txBox="1"/>
          <p:nvPr>
            <p:ph type="body" idx="1"/>
          </p:nvPr>
        </p:nvSpPr>
        <p:spPr>
          <a:xfrm>
            <a:off x="660400" y="2044700"/>
            <a:ext cx="4275138" cy="3560763"/>
          </a:xfrm>
          <a:prstGeom prst="rect">
            <a:avLst/>
          </a:prstGeom>
          <a:noFill/>
          <a:ln>
            <a:noFill/>
          </a:ln>
        </p:spPr>
        <p:txBody>
          <a:bodyPr spcFirstLastPara="1" wrap="square" lIns="91425" tIns="45700" rIns="91425" bIns="45700" anchor="t" anchorCtr="0">
            <a:normAutofit/>
          </a:bodyPr>
          <a:lstStyle>
            <a:lvl1pPr marL="457200" lvl="0" indent="-330200" algn="l">
              <a:lnSpc>
                <a:spcPct val="150000"/>
              </a:lnSpc>
              <a:spcBef>
                <a:spcPts val="1000"/>
              </a:spcBef>
              <a:spcAft>
                <a:spcPts val="0"/>
              </a:spcAft>
              <a:buClr>
                <a:schemeClr val="accent4"/>
              </a:buClr>
              <a:buSzPts val="1600"/>
              <a:buFont typeface="Noto Sans Symbols"/>
              <a:buChar char="▪"/>
              <a:defRPr sz="2000"/>
            </a:lvl1pPr>
            <a:lvl2pPr marL="914400" lvl="1" indent="-330200" algn="l">
              <a:spcBef>
                <a:spcPts val="1000"/>
              </a:spcBef>
              <a:spcAft>
                <a:spcPts val="0"/>
              </a:spcAft>
              <a:buClr>
                <a:schemeClr val="accent4"/>
              </a:buClr>
              <a:buSzPts val="1600"/>
              <a:buFont typeface="Noto Sans Symbols"/>
              <a:buChar char="▪"/>
              <a:defRPr sz="2000"/>
            </a:lvl2pPr>
            <a:lvl3pPr marL="1371600" lvl="2" indent="-320040" algn="l">
              <a:spcBef>
                <a:spcPts val="1000"/>
              </a:spcBef>
              <a:spcAft>
                <a:spcPts val="0"/>
              </a:spcAft>
              <a:buClr>
                <a:schemeClr val="accent4"/>
              </a:buClr>
              <a:buSzPts val="1440"/>
              <a:buFont typeface="Noto Sans Symbols"/>
              <a:buChar char="▪"/>
              <a:defRPr sz="1800"/>
            </a:lvl3pPr>
            <a:lvl4pPr marL="1828800" lvl="3" indent="-320040" algn="l">
              <a:spcBef>
                <a:spcPts val="1000"/>
              </a:spcBef>
              <a:spcAft>
                <a:spcPts val="0"/>
              </a:spcAft>
              <a:buClr>
                <a:schemeClr val="accent4"/>
              </a:buClr>
              <a:buSzPts val="1440"/>
              <a:buFont typeface="Noto Sans Symbols"/>
              <a:buChar char="▪"/>
              <a:defRPr sz="1800"/>
            </a:lvl4pPr>
            <a:lvl5pPr marL="2286000" lvl="4" indent="-320040" algn="l">
              <a:spcBef>
                <a:spcPts val="1000"/>
              </a:spcBef>
              <a:spcAft>
                <a:spcPts val="0"/>
              </a:spcAft>
              <a:buClr>
                <a:schemeClr val="accent4"/>
              </a:buClr>
              <a:buSzPts val="1440"/>
              <a:buFont typeface="Noto Sans Symbols"/>
              <a:buChar char="▪"/>
              <a:defRPr sz="1800"/>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50" name="Google Shape;50;p4"/>
          <p:cNvSpPr txBox="1"/>
          <p:nvPr>
            <p:ph type="title"/>
          </p:nvPr>
        </p:nvSpPr>
        <p:spPr>
          <a:xfrm>
            <a:off x="660400" y="805213"/>
            <a:ext cx="4275138" cy="830997"/>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800"/>
              <a:buFont typeface="Trebuchet MS" panose="020B0603020202020204"/>
              <a:buNone/>
              <a:defRPr sz="4800" b="1">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51" name="Shape 51"/>
        <p:cNvGrpSpPr/>
        <p:nvPr/>
      </p:nvGrpSpPr>
      <p:grpSpPr>
        <a:xfrm>
          <a:off x="0" y="0"/>
          <a:ext cx="0" cy="0"/>
          <a:chOff x="0" y="0"/>
          <a:chExt cx="0" cy="0"/>
        </a:xfrm>
      </p:grpSpPr>
      <p:sp>
        <p:nvSpPr>
          <p:cNvPr id="52" name="Google Shape;52;p5"/>
          <p:cNvSpPr/>
          <p:nvPr>
            <p:ph type="pic" idx="2"/>
          </p:nvPr>
        </p:nvSpPr>
        <p:spPr>
          <a:xfrm>
            <a:off x="5353508" y="2555551"/>
            <a:ext cx="1484985" cy="1280160"/>
          </a:xfrm>
          <a:prstGeom prst="rect">
            <a:avLst/>
          </a:prstGeom>
          <a:noFill/>
          <a:ln>
            <a:noFill/>
          </a:ln>
        </p:spPr>
      </p:sp>
      <p:sp>
        <p:nvSpPr>
          <p:cNvPr id="53" name="Google Shape;53;p5"/>
          <p:cNvSpPr/>
          <p:nvPr>
            <p:ph type="pic" idx="3"/>
          </p:nvPr>
        </p:nvSpPr>
        <p:spPr>
          <a:xfrm>
            <a:off x="3115921" y="2555551"/>
            <a:ext cx="1484985" cy="1280160"/>
          </a:xfrm>
          <a:prstGeom prst="rect">
            <a:avLst/>
          </a:prstGeom>
          <a:noFill/>
          <a:ln>
            <a:noFill/>
          </a:ln>
        </p:spPr>
      </p:sp>
      <p:sp>
        <p:nvSpPr>
          <p:cNvPr id="54" name="Google Shape;54;p5"/>
          <p:cNvSpPr/>
          <p:nvPr>
            <p:ph type="pic" idx="4"/>
          </p:nvPr>
        </p:nvSpPr>
        <p:spPr>
          <a:xfrm>
            <a:off x="7602465" y="2555551"/>
            <a:ext cx="1484985" cy="1280160"/>
          </a:xfrm>
          <a:prstGeom prst="rect">
            <a:avLst/>
          </a:prstGeom>
          <a:noFill/>
          <a:ln>
            <a:noFill/>
          </a:ln>
        </p:spPr>
      </p:sp>
      <p:sp>
        <p:nvSpPr>
          <p:cNvPr id="55" name="Google Shape;55;p5"/>
          <p:cNvSpPr/>
          <p:nvPr>
            <p:ph type="pic" idx="5"/>
          </p:nvPr>
        </p:nvSpPr>
        <p:spPr>
          <a:xfrm>
            <a:off x="9840051" y="2555551"/>
            <a:ext cx="1484985" cy="1280160"/>
          </a:xfrm>
          <a:prstGeom prst="rect">
            <a:avLst/>
          </a:prstGeom>
          <a:noFill/>
          <a:ln>
            <a:noFill/>
          </a:ln>
        </p:spPr>
      </p:sp>
      <p:sp>
        <p:nvSpPr>
          <p:cNvPr id="56" name="Google Shape;56;p5"/>
          <p:cNvSpPr txBox="1"/>
          <p:nvPr>
            <p:ph type="title"/>
          </p:nvPr>
        </p:nvSpPr>
        <p:spPr>
          <a:xfrm>
            <a:off x="432000" y="647700"/>
            <a:ext cx="11340000" cy="7001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p:nvPr/>
        </p:nvSpPr>
        <p:spPr>
          <a:xfrm>
            <a:off x="546669" y="3467555"/>
            <a:ext cx="458268" cy="395059"/>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58" name="Google Shape;58;p5"/>
          <p:cNvSpPr/>
          <p:nvPr/>
        </p:nvSpPr>
        <p:spPr>
          <a:xfrm>
            <a:off x="11113337" y="2394722"/>
            <a:ext cx="358391" cy="308958"/>
          </a:xfrm>
          <a:prstGeom prst="hexagon">
            <a:avLst>
              <a:gd name="adj" fmla="val 25000"/>
              <a:gd name="vf" fmla="val 11547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59" name="Google Shape;59;p5"/>
          <p:cNvSpPr/>
          <p:nvPr/>
        </p:nvSpPr>
        <p:spPr>
          <a:xfrm>
            <a:off x="10882649" y="2202202"/>
            <a:ext cx="230688" cy="198869"/>
          </a:xfrm>
          <a:prstGeom prst="hexagon">
            <a:avLst>
              <a:gd name="adj" fmla="val 25000"/>
              <a:gd name="vf" fmla="val 115470"/>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60" name="Google Shape;60;p5"/>
          <p:cNvSpPr txBox="1"/>
          <p:nvPr>
            <p:ph type="body" idx="1"/>
          </p:nvPr>
        </p:nvSpPr>
        <p:spPr>
          <a:xfrm>
            <a:off x="546668"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1" name="Google Shape;61;p5"/>
          <p:cNvSpPr txBox="1"/>
          <p:nvPr>
            <p:ph type="body" idx="6"/>
          </p:nvPr>
        </p:nvSpPr>
        <p:spPr>
          <a:xfrm>
            <a:off x="556692"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2" name="Google Shape;62;p5"/>
          <p:cNvSpPr txBox="1"/>
          <p:nvPr>
            <p:ph type="body" idx="7"/>
          </p:nvPr>
        </p:nvSpPr>
        <p:spPr>
          <a:xfrm>
            <a:off x="2789482"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3" name="Google Shape;63;p5"/>
          <p:cNvSpPr txBox="1"/>
          <p:nvPr>
            <p:ph type="body" idx="8"/>
          </p:nvPr>
        </p:nvSpPr>
        <p:spPr>
          <a:xfrm>
            <a:off x="2789483"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4" name="Google Shape;64;p5"/>
          <p:cNvSpPr txBox="1"/>
          <p:nvPr>
            <p:ph type="body" idx="9"/>
          </p:nvPr>
        </p:nvSpPr>
        <p:spPr>
          <a:xfrm>
            <a:off x="5032296"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5" name="Google Shape;65;p5"/>
          <p:cNvSpPr txBox="1"/>
          <p:nvPr>
            <p:ph type="body" idx="13"/>
          </p:nvPr>
        </p:nvSpPr>
        <p:spPr>
          <a:xfrm>
            <a:off x="5029201"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6" name="Google Shape;66;p5"/>
          <p:cNvSpPr txBox="1"/>
          <p:nvPr>
            <p:ph type="body" idx="14"/>
          </p:nvPr>
        </p:nvSpPr>
        <p:spPr>
          <a:xfrm>
            <a:off x="7275110"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7" name="Google Shape;67;p5"/>
          <p:cNvSpPr txBox="1"/>
          <p:nvPr>
            <p:ph type="body" idx="15"/>
          </p:nvPr>
        </p:nvSpPr>
        <p:spPr>
          <a:xfrm>
            <a:off x="7275111"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8" name="Google Shape;68;p5"/>
          <p:cNvSpPr txBox="1"/>
          <p:nvPr>
            <p:ph type="body" idx="16"/>
          </p:nvPr>
        </p:nvSpPr>
        <p:spPr>
          <a:xfrm>
            <a:off x="9517923"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9" name="Google Shape;69;p5"/>
          <p:cNvSpPr txBox="1"/>
          <p:nvPr>
            <p:ph type="body" idx="17"/>
          </p:nvPr>
        </p:nvSpPr>
        <p:spPr>
          <a:xfrm>
            <a:off x="9517923"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70" name="Google Shape;70;p5"/>
          <p:cNvSpPr/>
          <p:nvPr>
            <p:ph type="pic" idx="18"/>
          </p:nvPr>
        </p:nvSpPr>
        <p:spPr>
          <a:xfrm>
            <a:off x="878337" y="2555551"/>
            <a:ext cx="1484985" cy="128016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71" name="Shape 71"/>
        <p:cNvGrpSpPr/>
        <p:nvPr/>
      </p:nvGrpSpPr>
      <p:grpSpPr>
        <a:xfrm>
          <a:off x="0" y="0"/>
          <a:ext cx="0" cy="0"/>
          <a:chOff x="0" y="0"/>
          <a:chExt cx="0" cy="0"/>
        </a:xfrm>
      </p:grpSpPr>
      <p:grpSp>
        <p:nvGrpSpPr>
          <p:cNvPr id="72" name="Google Shape;72;p6"/>
          <p:cNvGrpSpPr/>
          <p:nvPr/>
        </p:nvGrpSpPr>
        <p:grpSpPr>
          <a:xfrm>
            <a:off x="0" y="-8467"/>
            <a:ext cx="12192000" cy="6866467"/>
            <a:chOff x="0" y="-8467"/>
            <a:chExt cx="12192000" cy="6866467"/>
          </a:xfrm>
        </p:grpSpPr>
        <p:sp>
          <p:nvSpPr>
            <p:cNvPr id="73" name="Google Shape;73;p6"/>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6"/>
            <p:cNvCxnSpPr/>
            <p:nvPr/>
          </p:nvCxnSpPr>
          <p:spPr>
            <a:xfrm>
              <a:off x="9371012" y="0"/>
              <a:ext cx="1219200" cy="6858000"/>
            </a:xfrm>
            <a:prstGeom prst="straightConnector1">
              <a:avLst/>
            </a:prstGeom>
            <a:noFill/>
            <a:ln w="9525" cap="flat" cmpd="sng">
              <a:solidFill>
                <a:schemeClr val="accent1">
                  <a:alpha val="70196"/>
                </a:schemeClr>
              </a:solidFill>
              <a:prstDash val="solid"/>
              <a:round/>
              <a:headEnd type="none" w="sm" len="sm"/>
              <a:tailEnd type="none" w="sm" len="sm"/>
            </a:ln>
          </p:spPr>
        </p:cxnSp>
        <p:cxnSp>
          <p:nvCxnSpPr>
            <p:cNvPr id="75" name="Google Shape;75;p6"/>
            <p:cNvCxnSpPr/>
            <p:nvPr/>
          </p:nvCxnSpPr>
          <p:spPr>
            <a:xfrm flipH="1">
              <a:off x="7425267" y="3681413"/>
              <a:ext cx="4763558" cy="3176587"/>
            </a:xfrm>
            <a:prstGeom prst="straightConnector1">
              <a:avLst/>
            </a:prstGeom>
            <a:noFill/>
            <a:ln w="9525" cap="flat" cmpd="sng">
              <a:solidFill>
                <a:schemeClr val="accent1">
                  <a:alpha val="70196"/>
                </a:schemeClr>
              </a:solidFill>
              <a:prstDash val="solid"/>
              <a:round/>
              <a:headEnd type="none" w="sm" len="sm"/>
              <a:tailEnd type="none" w="sm" len="sm"/>
            </a:ln>
          </p:spPr>
        </p:cxnSp>
        <p:sp>
          <p:nvSpPr>
            <p:cNvPr id="76" name="Google Shape;76;p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6"/>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6"/>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79;p6"/>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6"/>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6"/>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6"/>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83" name="Google Shape;83;p6"/>
          <p:cNvSpPr txBox="1"/>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panose="020B0603020202020204"/>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
          <p:cNvSpPr txBox="1"/>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6"/>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88" name="Shape 88"/>
        <p:cNvGrpSpPr/>
        <p:nvPr/>
      </p:nvGrpSpPr>
      <p:grpSpPr>
        <a:xfrm>
          <a:off x="0" y="0"/>
          <a:ext cx="0" cy="0"/>
          <a:chOff x="0" y="0"/>
          <a:chExt cx="0" cy="0"/>
        </a:xfrm>
      </p:grpSpPr>
      <p:sp>
        <p:nvSpPr>
          <p:cNvPr id="89" name="Google Shape;89;p7"/>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
          <p:cNvSpPr txBox="1"/>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91" name="Google Shape;91;p7"/>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94" name="Shape 94"/>
        <p:cNvGrpSpPr/>
        <p:nvPr/>
      </p:nvGrpSpPr>
      <p:grpSpPr>
        <a:xfrm>
          <a:off x="0" y="0"/>
          <a:ext cx="0" cy="0"/>
          <a:chOff x="0" y="0"/>
          <a:chExt cx="0" cy="0"/>
        </a:xfrm>
      </p:grpSpPr>
      <p:sp>
        <p:nvSpPr>
          <p:cNvPr id="95" name="Google Shape;95;p8"/>
          <p:cNvSpPr txBox="1"/>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panose="020B0603020202020204"/>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
          <p:cNvSpPr txBox="1"/>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97" name="Google Shape;97;p8"/>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00" name="Shape 100"/>
        <p:cNvGrpSpPr/>
        <p:nvPr/>
      </p:nvGrpSpPr>
      <p:grpSpPr>
        <a:xfrm>
          <a:off x="0" y="0"/>
          <a:ext cx="0" cy="0"/>
          <a:chOff x="0" y="0"/>
          <a:chExt cx="0" cy="0"/>
        </a:xfrm>
      </p:grpSpPr>
      <p:sp>
        <p:nvSpPr>
          <p:cNvPr id="101" name="Google Shape;101;p9"/>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03" name="Google Shape;103;p9"/>
          <p:cNvSpPr txBox="1"/>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04" name="Google Shape;104;p9"/>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9"/>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07" name="Shape 107"/>
        <p:cNvGrpSpPr/>
        <p:nvPr/>
      </p:nvGrpSpPr>
      <p:grpSpPr>
        <a:xfrm>
          <a:off x="0" y="0"/>
          <a:ext cx="0" cy="0"/>
          <a:chOff x="0" y="0"/>
          <a:chExt cx="0" cy="0"/>
        </a:xfrm>
      </p:grpSpPr>
      <p:sp>
        <p:nvSpPr>
          <p:cNvPr id="108" name="Google Shape;108;p10"/>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panose="020B060302020202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
          <p:cNvSpPr txBox="1"/>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110" name="Google Shape;110;p10"/>
          <p:cNvSpPr txBox="1"/>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11" name="Google Shape;111;p10"/>
          <p:cNvSpPr txBox="1"/>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112" name="Google Shape;112;p10"/>
          <p:cNvSpPr txBox="1"/>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13" name="Google Shape;113;p10"/>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16" name="Shape 116"/>
        <p:cNvGrpSpPr/>
        <p:nvPr/>
      </p:nvGrpSpPr>
      <p:grpSpPr>
        <a:xfrm>
          <a:off x="0" y="0"/>
          <a:ext cx="0" cy="0"/>
          <a:chOff x="0" y="0"/>
          <a:chExt cx="0" cy="0"/>
        </a:xfrm>
      </p:grpSpPr>
      <p:sp>
        <p:nvSpPr>
          <p:cNvPr id="117" name="Google Shape;117;p11"/>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1"/>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1"/>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1"/>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1" name="Shape 121"/>
        <p:cNvGrpSpPr/>
        <p:nvPr/>
      </p:nvGrpSpPr>
      <p:grpSpPr>
        <a:xfrm>
          <a:off x="0" y="0"/>
          <a:ext cx="0" cy="0"/>
          <a:chOff x="0" y="0"/>
          <a:chExt cx="0" cy="0"/>
        </a:xfrm>
      </p:grpSpPr>
      <p:sp>
        <p:nvSpPr>
          <p:cNvPr id="122" name="Google Shape;122;p12"/>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2"/>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2"/>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25" name="Shape 125"/>
        <p:cNvGrpSpPr/>
        <p:nvPr/>
      </p:nvGrpSpPr>
      <p:grpSpPr>
        <a:xfrm>
          <a:off x="0" y="0"/>
          <a:ext cx="0" cy="0"/>
          <a:chOff x="0" y="0"/>
          <a:chExt cx="0" cy="0"/>
        </a:xfrm>
      </p:grpSpPr>
      <p:sp>
        <p:nvSpPr>
          <p:cNvPr id="126" name="Google Shape;126;p13"/>
          <p:cNvSpPr txBox="1"/>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panose="020B0603020202020204"/>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28" name="Google Shape;128;p13"/>
          <p:cNvSpPr txBox="1"/>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p:txBody>
      </p:sp>
      <p:sp>
        <p:nvSpPr>
          <p:cNvPr id="129" name="Google Shape;129;p13"/>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3"/>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3"/>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32" name="Shape 132"/>
        <p:cNvGrpSpPr/>
        <p:nvPr/>
      </p:nvGrpSpPr>
      <p:grpSpPr>
        <a:xfrm>
          <a:off x="0" y="0"/>
          <a:ext cx="0" cy="0"/>
          <a:chOff x="0" y="0"/>
          <a:chExt cx="0" cy="0"/>
        </a:xfrm>
      </p:grpSpPr>
      <p:sp>
        <p:nvSpPr>
          <p:cNvPr id="133" name="Google Shape;133;p14"/>
          <p:cNvSpPr txBox="1"/>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panose="020B060302020202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p:nvPr>
            <p:ph type="pic" idx="2"/>
          </p:nvPr>
        </p:nvSpPr>
        <p:spPr>
          <a:xfrm>
            <a:off x="677334" y="609600"/>
            <a:ext cx="8596668" cy="3845718"/>
          </a:xfrm>
          <a:prstGeom prst="rect">
            <a:avLst/>
          </a:prstGeom>
          <a:noFill/>
          <a:ln>
            <a:noFill/>
          </a:ln>
        </p:spPr>
      </p:sp>
      <p:sp>
        <p:nvSpPr>
          <p:cNvPr id="135" name="Google Shape;135;p14"/>
          <p:cNvSpPr txBox="1"/>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136" name="Google Shape;136;p14"/>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138" name="Google Shape;138;p14"/>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39" name="Shape 139"/>
        <p:cNvGrpSpPr/>
        <p:nvPr/>
      </p:nvGrpSpPr>
      <p:grpSpPr>
        <a:xfrm>
          <a:off x="0" y="0"/>
          <a:ext cx="0" cy="0"/>
          <a:chOff x="0" y="0"/>
          <a:chExt cx="0" cy="0"/>
        </a:xfrm>
      </p:grpSpPr>
      <p:sp>
        <p:nvSpPr>
          <p:cNvPr id="140" name="Google Shape;140;p15"/>
          <p:cNvSpPr txBox="1"/>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panose="020B060302020202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5"/>
          <p:cNvSpPr txBox="1"/>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42" name="Google Shape;142;p15"/>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45" name="Shape 145"/>
        <p:cNvGrpSpPr/>
        <p:nvPr/>
      </p:nvGrpSpPr>
      <p:grpSpPr>
        <a:xfrm>
          <a:off x="0" y="0"/>
          <a:ext cx="0" cy="0"/>
          <a:chOff x="0" y="0"/>
          <a:chExt cx="0" cy="0"/>
        </a:xfrm>
      </p:grpSpPr>
      <p:sp>
        <p:nvSpPr>
          <p:cNvPr id="146" name="Google Shape;146;p16"/>
          <p:cNvSpPr txBox="1"/>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panose="020B060302020202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6"/>
          <p:cNvSpPr txBox="1"/>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panose="020B0603020202020204"/>
              <a:buNone/>
              <a:defRPr sz="1600">
                <a:solidFill>
                  <a:srgbClr val="7F7F7F"/>
                </a:solidFill>
              </a:defRPr>
            </a:lvl1pPr>
            <a:lvl2pPr marL="914400" lvl="1" indent="-228600" algn="l">
              <a:spcBef>
                <a:spcPts val="1000"/>
              </a:spcBef>
              <a:spcAft>
                <a:spcPts val="0"/>
              </a:spcAft>
              <a:buSzPts val="1280"/>
              <a:buFont typeface="Trebuchet MS" panose="020B0603020202020204"/>
              <a:buNone/>
              <a:defRPr/>
            </a:lvl2pPr>
            <a:lvl3pPr marL="1371600" lvl="2" indent="-228600" algn="l">
              <a:spcBef>
                <a:spcPts val="1000"/>
              </a:spcBef>
              <a:spcAft>
                <a:spcPts val="0"/>
              </a:spcAft>
              <a:buSzPts val="1120"/>
              <a:buFont typeface="Trebuchet MS" panose="020B0603020202020204"/>
              <a:buNone/>
              <a:defRPr/>
            </a:lvl3pPr>
            <a:lvl4pPr marL="1828800" lvl="3" indent="-228600" algn="l">
              <a:spcBef>
                <a:spcPts val="1000"/>
              </a:spcBef>
              <a:spcAft>
                <a:spcPts val="0"/>
              </a:spcAft>
              <a:buSzPts val="960"/>
              <a:buFont typeface="Trebuchet MS" panose="020B0603020202020204"/>
              <a:buNone/>
              <a:defRPr/>
            </a:lvl4pPr>
            <a:lvl5pPr marL="2286000" lvl="4" indent="-228600" algn="l">
              <a:spcBef>
                <a:spcPts val="1000"/>
              </a:spcBef>
              <a:spcAft>
                <a:spcPts val="0"/>
              </a:spcAft>
              <a:buSzPts val="960"/>
              <a:buFont typeface="Trebuchet MS" panose="020B0603020202020204"/>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48" name="Google Shape;148;p16"/>
          <p:cNvSpPr txBox="1"/>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49" name="Google Shape;149;p16"/>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6"/>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152" name="Google Shape;152;p16"/>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panose="020B0604020202020204"/>
                <a:ea typeface="Arial" panose="020B0604020202020204"/>
                <a:cs typeface="Arial" panose="020B0604020202020204"/>
                <a:sym typeface="Arial" panose="020B0604020202020204"/>
              </a:rPr>
              <a:t>“</a:t>
            </a:r>
            <a:endParaRPr sz="8000">
              <a:solidFill>
                <a:srgbClr val="9EDFF5"/>
              </a:solidFill>
              <a:latin typeface="Arial" panose="020B0604020202020204"/>
              <a:ea typeface="Arial" panose="020B0604020202020204"/>
              <a:cs typeface="Arial" panose="020B0604020202020204"/>
              <a:sym typeface="Arial" panose="020B0604020202020204"/>
            </a:endParaRPr>
          </a:p>
        </p:txBody>
      </p:sp>
      <p:sp>
        <p:nvSpPr>
          <p:cNvPr id="153" name="Google Shape;153;p16"/>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panose="020B0604020202020204"/>
                <a:ea typeface="Arial" panose="020B0604020202020204"/>
                <a:cs typeface="Arial" panose="020B0604020202020204"/>
                <a:sym typeface="Arial" panose="020B0604020202020204"/>
              </a:rPr>
              <a:t>”</a:t>
            </a:r>
            <a:endParaRPr sz="8000">
              <a:solidFill>
                <a:srgbClr val="9EDFF5"/>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54" name="Shape 154"/>
        <p:cNvGrpSpPr/>
        <p:nvPr/>
      </p:nvGrpSpPr>
      <p:grpSpPr>
        <a:xfrm>
          <a:off x="0" y="0"/>
          <a:ext cx="0" cy="0"/>
          <a:chOff x="0" y="0"/>
          <a:chExt cx="0" cy="0"/>
        </a:xfrm>
      </p:grpSpPr>
      <p:sp>
        <p:nvSpPr>
          <p:cNvPr id="155" name="Google Shape;155;p17"/>
          <p:cNvSpPr txBox="1"/>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panose="020B060302020202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7"/>
          <p:cNvSpPr txBox="1"/>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57" name="Google Shape;157;p17"/>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60" name="Shape 160"/>
        <p:cNvGrpSpPr/>
        <p:nvPr/>
      </p:nvGrpSpPr>
      <p:grpSpPr>
        <a:xfrm>
          <a:off x="0" y="0"/>
          <a:ext cx="0" cy="0"/>
          <a:chOff x="0" y="0"/>
          <a:chExt cx="0" cy="0"/>
        </a:xfrm>
      </p:grpSpPr>
      <p:sp>
        <p:nvSpPr>
          <p:cNvPr id="161" name="Google Shape;161;p18"/>
          <p:cNvSpPr txBox="1"/>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panose="020B060302020202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txBox="1"/>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panose="020B0603020202020204"/>
              <a:buNone/>
              <a:defRPr sz="2400">
                <a:solidFill>
                  <a:srgbClr val="3F3F3F"/>
                </a:solidFill>
              </a:defRPr>
            </a:lvl1pPr>
            <a:lvl2pPr marL="914400" lvl="1" indent="-228600" algn="l">
              <a:spcBef>
                <a:spcPts val="1000"/>
              </a:spcBef>
              <a:spcAft>
                <a:spcPts val="0"/>
              </a:spcAft>
              <a:buSzPts val="1280"/>
              <a:buFont typeface="Trebuchet MS" panose="020B0603020202020204"/>
              <a:buNone/>
              <a:defRPr/>
            </a:lvl2pPr>
            <a:lvl3pPr marL="1371600" lvl="2" indent="-228600" algn="l">
              <a:spcBef>
                <a:spcPts val="1000"/>
              </a:spcBef>
              <a:spcAft>
                <a:spcPts val="0"/>
              </a:spcAft>
              <a:buSzPts val="1120"/>
              <a:buFont typeface="Trebuchet MS" panose="020B0603020202020204"/>
              <a:buNone/>
              <a:defRPr/>
            </a:lvl3pPr>
            <a:lvl4pPr marL="1828800" lvl="3" indent="-228600" algn="l">
              <a:spcBef>
                <a:spcPts val="1000"/>
              </a:spcBef>
              <a:spcAft>
                <a:spcPts val="0"/>
              </a:spcAft>
              <a:buSzPts val="960"/>
              <a:buFont typeface="Trebuchet MS" panose="020B0603020202020204"/>
              <a:buNone/>
              <a:defRPr/>
            </a:lvl4pPr>
            <a:lvl5pPr marL="2286000" lvl="4" indent="-228600" algn="l">
              <a:spcBef>
                <a:spcPts val="1000"/>
              </a:spcBef>
              <a:spcAft>
                <a:spcPts val="0"/>
              </a:spcAft>
              <a:buSzPts val="960"/>
              <a:buFont typeface="Trebuchet MS" panose="020B0603020202020204"/>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63" name="Google Shape;163;p18"/>
          <p:cNvSpPr txBox="1"/>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64" name="Google Shape;164;p18"/>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8"/>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8"/>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167" name="Google Shape;167;p18"/>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panose="020B0604020202020204"/>
                <a:ea typeface="Arial" panose="020B0604020202020204"/>
                <a:cs typeface="Arial" panose="020B0604020202020204"/>
                <a:sym typeface="Arial" panose="020B0604020202020204"/>
              </a:rPr>
              <a:t>“</a:t>
            </a:r>
            <a:endParaRPr sz="8000">
              <a:solidFill>
                <a:srgbClr val="9EDFF5"/>
              </a:solidFill>
              <a:latin typeface="Arial" panose="020B0604020202020204"/>
              <a:ea typeface="Arial" panose="020B0604020202020204"/>
              <a:cs typeface="Arial" panose="020B0604020202020204"/>
              <a:sym typeface="Arial" panose="020B0604020202020204"/>
            </a:endParaRPr>
          </a:p>
        </p:txBody>
      </p:sp>
      <p:sp>
        <p:nvSpPr>
          <p:cNvPr id="168" name="Google Shape;168;p18"/>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panose="020B0604020202020204"/>
                <a:ea typeface="Arial" panose="020B0604020202020204"/>
                <a:cs typeface="Arial" panose="020B0604020202020204"/>
                <a:sym typeface="Arial" panose="020B0604020202020204"/>
              </a:rPr>
              <a:t>”</a:t>
            </a:r>
            <a:endParaRPr sz="8000">
              <a:solidFill>
                <a:srgbClr val="9EDFF5"/>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69" name="Shape 169"/>
        <p:cNvGrpSpPr/>
        <p:nvPr/>
      </p:nvGrpSpPr>
      <p:grpSpPr>
        <a:xfrm>
          <a:off x="0" y="0"/>
          <a:ext cx="0" cy="0"/>
          <a:chOff x="0" y="0"/>
          <a:chExt cx="0" cy="0"/>
        </a:xfrm>
      </p:grpSpPr>
      <p:sp>
        <p:nvSpPr>
          <p:cNvPr id="170" name="Google Shape;170;p19"/>
          <p:cNvSpPr txBox="1"/>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panose="020B060302020202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9"/>
          <p:cNvSpPr txBox="1"/>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panose="020B0603020202020204"/>
              <a:buNone/>
              <a:defRPr sz="2400">
                <a:solidFill>
                  <a:schemeClr val="accent1"/>
                </a:solidFill>
              </a:defRPr>
            </a:lvl1pPr>
            <a:lvl2pPr marL="914400" lvl="1" indent="-228600" algn="l">
              <a:spcBef>
                <a:spcPts val="1000"/>
              </a:spcBef>
              <a:spcAft>
                <a:spcPts val="0"/>
              </a:spcAft>
              <a:buSzPts val="1280"/>
              <a:buFont typeface="Trebuchet MS" panose="020B0603020202020204"/>
              <a:buNone/>
              <a:defRPr/>
            </a:lvl2pPr>
            <a:lvl3pPr marL="1371600" lvl="2" indent="-228600" algn="l">
              <a:spcBef>
                <a:spcPts val="1000"/>
              </a:spcBef>
              <a:spcAft>
                <a:spcPts val="0"/>
              </a:spcAft>
              <a:buSzPts val="1120"/>
              <a:buFont typeface="Trebuchet MS" panose="020B0603020202020204"/>
              <a:buNone/>
              <a:defRPr/>
            </a:lvl3pPr>
            <a:lvl4pPr marL="1828800" lvl="3" indent="-228600" algn="l">
              <a:spcBef>
                <a:spcPts val="1000"/>
              </a:spcBef>
              <a:spcAft>
                <a:spcPts val="0"/>
              </a:spcAft>
              <a:buSzPts val="960"/>
              <a:buFont typeface="Trebuchet MS" panose="020B0603020202020204"/>
              <a:buNone/>
              <a:defRPr/>
            </a:lvl4pPr>
            <a:lvl5pPr marL="2286000" lvl="4" indent="-228600" algn="l">
              <a:spcBef>
                <a:spcPts val="1000"/>
              </a:spcBef>
              <a:spcAft>
                <a:spcPts val="0"/>
              </a:spcAft>
              <a:buSzPts val="960"/>
              <a:buFont typeface="Trebuchet MS" panose="020B0603020202020204"/>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72" name="Google Shape;172;p19"/>
          <p:cNvSpPr txBox="1"/>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73" name="Google Shape;173;p19"/>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9"/>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9"/>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76" name="Shape 176"/>
        <p:cNvGrpSpPr/>
        <p:nvPr/>
      </p:nvGrpSpPr>
      <p:grpSpPr>
        <a:xfrm>
          <a:off x="0" y="0"/>
          <a:ext cx="0" cy="0"/>
          <a:chOff x="0" y="0"/>
          <a:chExt cx="0" cy="0"/>
        </a:xfrm>
      </p:grpSpPr>
      <p:sp>
        <p:nvSpPr>
          <p:cNvPr id="177" name="Google Shape;177;p20"/>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0"/>
          <p:cNvSpPr txBox="1"/>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79" name="Google Shape;179;p20"/>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0"/>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0"/>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82" name="Shape 182"/>
        <p:cNvGrpSpPr/>
        <p:nvPr/>
      </p:nvGrpSpPr>
      <p:grpSpPr>
        <a:xfrm>
          <a:off x="0" y="0"/>
          <a:ext cx="0" cy="0"/>
          <a:chOff x="0" y="0"/>
          <a:chExt cx="0" cy="0"/>
        </a:xfrm>
      </p:grpSpPr>
      <p:sp>
        <p:nvSpPr>
          <p:cNvPr id="183" name="Google Shape;183;p21"/>
          <p:cNvSpPr txBox="1"/>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1"/>
          <p:cNvSpPr txBox="1"/>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85" name="Google Shape;185;p21"/>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1"/>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1"/>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Custom Layout">
  <p:cSld name="1_Custom Layout">
    <p:bg>
      <p:bgPr>
        <a:solidFill>
          <a:schemeClr val="dk1"/>
        </a:solidFill>
        <a:effectLst/>
      </p:bgPr>
    </p:bg>
    <p:spTree>
      <p:nvGrpSpPr>
        <p:cNvPr id="188" name="Shape 188"/>
        <p:cNvGrpSpPr/>
        <p:nvPr/>
      </p:nvGrpSpPr>
      <p:grpSpPr>
        <a:xfrm>
          <a:off x="0" y="0"/>
          <a:ext cx="0" cy="0"/>
          <a:chOff x="0" y="0"/>
          <a:chExt cx="0" cy="0"/>
        </a:xfrm>
      </p:grpSpPr>
      <p:sp>
        <p:nvSpPr>
          <p:cNvPr id="189" name="Google Shape;189;p22"/>
          <p:cNvSpPr/>
          <p:nvPr>
            <p:ph type="pic" idx="2"/>
          </p:nvPr>
        </p:nvSpPr>
        <p:spPr>
          <a:xfrm>
            <a:off x="0" y="0"/>
            <a:ext cx="12192000" cy="6858000"/>
          </a:xfrm>
          <a:prstGeom prst="rect">
            <a:avLst/>
          </a:prstGeom>
          <a:noFill/>
          <a:ln>
            <a:noFill/>
          </a:ln>
        </p:spPr>
      </p:sp>
      <p:sp>
        <p:nvSpPr>
          <p:cNvPr id="190" name="Google Shape;190;p22" descr="Tall office building looking up"/>
          <p:cNvSpPr/>
          <p:nvPr/>
        </p:nvSpPr>
        <p:spPr>
          <a:xfrm>
            <a:off x="3718560" y="1181123"/>
            <a:ext cx="4754880" cy="4495754"/>
          </a:xfrm>
          <a:prstGeom prst="rect">
            <a:avLst/>
          </a:prstGeom>
          <a:solidFill>
            <a:schemeClr val="accent5">
              <a:alpha val="40000"/>
            </a:schemeClr>
          </a:solidFill>
          <a:ln w="603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191" name="Google Shape;191;p22"/>
          <p:cNvSpPr txBox="1"/>
          <p:nvPr>
            <p:ph type="body" idx="1"/>
          </p:nvPr>
        </p:nvSpPr>
        <p:spPr>
          <a:xfrm>
            <a:off x="4149139" y="4859469"/>
            <a:ext cx="3924934" cy="490538"/>
          </a:xfrm>
          <a:prstGeom prst="rect">
            <a:avLst/>
          </a:prstGeom>
          <a:noFill/>
          <a:ln>
            <a:noFill/>
          </a:ln>
        </p:spPr>
        <p:txBody>
          <a:bodyPr spcFirstLastPara="1" wrap="square" lIns="91425" tIns="45700" rIns="91425" bIns="45700" anchor="t" anchorCtr="0">
            <a:normAutofit/>
          </a:bodyPr>
          <a:lstStyle>
            <a:lvl1pPr marL="457200" lvl="0" indent="-228600" algn="r">
              <a:spcBef>
                <a:spcPts val="1000"/>
              </a:spcBef>
              <a:spcAft>
                <a:spcPts val="0"/>
              </a:spcAft>
              <a:buSzPts val="1920"/>
              <a:buNone/>
              <a:defRPr sz="2400" b="1">
                <a:solidFill>
                  <a:schemeClr val="accent4"/>
                </a:solidFill>
                <a:latin typeface="Calibri" panose="020F0502020204030204"/>
                <a:ea typeface="Calibri" panose="020F0502020204030204"/>
                <a:cs typeface="Calibri" panose="020F0502020204030204"/>
                <a:sym typeface="Calibri" panose="020F0502020204030204"/>
              </a:defRPr>
            </a:lvl1pPr>
            <a:lvl2pPr marL="914400" lvl="1" indent="-228600" algn="l">
              <a:spcBef>
                <a:spcPts val="1000"/>
              </a:spcBef>
              <a:spcAft>
                <a:spcPts val="0"/>
              </a:spcAft>
              <a:buSzPts val="1280"/>
              <a:buNone/>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92" name="Google Shape;192;p22"/>
          <p:cNvSpPr txBox="1"/>
          <p:nvPr>
            <p:ph type="title"/>
          </p:nvPr>
        </p:nvSpPr>
        <p:spPr>
          <a:xfrm>
            <a:off x="4149139" y="1529685"/>
            <a:ext cx="3924934" cy="1695637"/>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Clr>
                <a:schemeClr val="lt1"/>
              </a:buClr>
              <a:buSzPts val="4800"/>
              <a:buFont typeface="Trebuchet MS" panose="020B0603020202020204"/>
              <a:buNone/>
              <a:defRPr sz="4800" b="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w="9525" cap="flat" cmpd="sng">
              <a:solidFill>
                <a:schemeClr val="accent1">
                  <a:alpha val="70196"/>
                </a:schemeClr>
              </a:solidFill>
              <a:prstDash val="solid"/>
              <a:round/>
              <a:headEnd type="none" w="sm" len="sm"/>
              <a:tailEnd type="none" w="sm" len="sm"/>
            </a:ln>
          </p:spPr>
        </p:cxnSp>
        <p:cxnSp>
          <p:nvCxnSpPr>
            <p:cNvPr id="12" name="Google Shape;12;p1"/>
            <p:cNvCxnSpPr/>
            <p:nvPr/>
          </p:nvCxnSpPr>
          <p:spPr>
            <a:xfrm flipH="1">
              <a:off x="7425267" y="3681413"/>
              <a:ext cx="4763558" cy="3176587"/>
            </a:xfrm>
            <a:prstGeom prst="straightConnector1">
              <a:avLst/>
            </a:prstGeom>
            <a:noFill/>
            <a:ln w="9525" cap="flat" cmpd="sng">
              <a:solidFill>
                <a:schemeClr val="accent1">
                  <a:alpha val="70196"/>
                </a:schemeClr>
              </a:solidFill>
              <a:prstDash val="solid"/>
              <a:round/>
              <a:headEnd type="none" w="sm" len="sm"/>
              <a:tailEnd type="none" w="sm" len="sm"/>
            </a:ln>
          </p:spPr>
        </p:cxnSp>
        <p:sp>
          <p:nvSpPr>
            <p:cNvPr id="13" name="Google Shape;13;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1"/>
            <p:cNvSpPr/>
            <p:nvPr/>
          </p:nvSpPr>
          <p:spPr>
            <a:xfrm>
              <a:off x="0" y="4013200"/>
              <a:ext cx="448733" cy="2844800"/>
            </a:xfrm>
            <a:prstGeom prst="triangle">
              <a:avLst>
                <a:gd name="adj" fmla="val 0"/>
              </a:avLst>
            </a:prstGeom>
            <a:solidFill>
              <a:schemeClr val="accent1">
                <a:alpha val="70196"/>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1" name="Google Shape;21;p1"/>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panose="020B0603020202020204"/>
              <a:buNone/>
              <a:defRPr sz="36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p:txBody>
      </p:sp>
      <p:sp>
        <p:nvSpPr>
          <p:cNvPr id="22" name="Google Shape;22;p1"/>
          <p:cNvSpPr txBox="1"/>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2pPr>
            <a:lvl3pPr marL="1371600" marR="0" lvl="2" indent="-299720"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7pPr>
            <a:lvl8pPr marL="3657600" marR="0" lvl="7"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8pPr>
            <a:lvl9pPr marL="4114800" marR="0" lvl="8"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603020202020204"/>
                <a:ea typeface="Trebuchet MS" panose="020B0603020202020204"/>
                <a:cs typeface="Trebuchet MS" panose="020B0603020202020204"/>
                <a:sym typeface="Trebuchet MS" panose="020B0603020202020204"/>
              </a:defRPr>
            </a:lvl9pPr>
          </a:lstStyle>
          <a:p/>
        </p:txBody>
      </p:sp>
      <p:sp>
        <p:nvSpPr>
          <p:cNvPr id="23" name="Google Shape;23;p1"/>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panose="020B0603020202020204"/>
                <a:ea typeface="Trebuchet MS" panose="020B0603020202020204"/>
                <a:cs typeface="Trebuchet MS" panose="020B0603020202020204"/>
                <a:sym typeface="Trebuchet MS" panose="020B0603020202020204"/>
              </a:defRPr>
            </a:lvl1pPr>
            <a:lvl2pPr marR="0" lvl="1"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2pPr>
            <a:lvl3pPr marR="0" lvl="2"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3pPr>
            <a:lvl4pPr marR="0" lvl="3"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4pPr>
            <a:lvl5pPr marR="0" lvl="4"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5pPr>
            <a:lvl6pPr marR="0" lvl="5"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6pPr>
            <a:lvl7pPr marR="0" lvl="6"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7pPr>
            <a:lvl8pPr marR="0" lvl="7"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8pPr>
            <a:lvl9pPr marR="0" lvl="8"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9pPr>
          </a:lstStyle>
          <a:p/>
        </p:txBody>
      </p:sp>
      <p:sp>
        <p:nvSpPr>
          <p:cNvPr id="24" name="Google Shape;24;p1"/>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panose="020B0603020202020204"/>
                <a:ea typeface="Trebuchet MS" panose="020B0603020202020204"/>
                <a:cs typeface="Trebuchet MS" panose="020B0603020202020204"/>
                <a:sym typeface="Trebuchet MS" panose="020B0603020202020204"/>
              </a:defRPr>
            </a:lvl1pPr>
            <a:lvl2pPr marR="0" lvl="1"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2pPr>
            <a:lvl3pPr marR="0" lvl="2"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3pPr>
            <a:lvl4pPr marR="0" lvl="3"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4pPr>
            <a:lvl5pPr marR="0" lvl="4"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5pPr>
            <a:lvl6pPr marR="0" lvl="5"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6pPr>
            <a:lvl7pPr marR="0" lvl="6"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7pPr>
            <a:lvl8pPr marR="0" lvl="7"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8pPr>
            <a:lvl9pPr marR="0" lvl="8" algn="l" rtl="0">
              <a:spcBef>
                <a:spcPts val="0"/>
              </a:spcBef>
              <a:spcAft>
                <a:spcPts val="0"/>
              </a:spcAft>
              <a:buSzPts val="1400"/>
              <a:buNone/>
              <a:def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9pPr>
          </a:lstStyle>
          <a:p/>
        </p:txBody>
      </p:sp>
      <p:sp>
        <p:nvSpPr>
          <p:cNvPr id="25" name="Google Shape;25;p1"/>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rtl="0">
              <a:spcBef>
                <a:spcPts val="0"/>
              </a:spcBef>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
        <p:nvSpPr>
          <p:cNvPr id="26" name="Google Shape;26;p1"/>
          <p:cNvSpPr txBox="1"/>
          <p:nvPr/>
        </p:nvSpPr>
        <p:spPr>
          <a:xfrm>
            <a:off x="660396" y="6378906"/>
            <a:ext cx="27432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b="0" i="0" u="none" strike="noStrike" cap="none">
              <a:solidFill>
                <a:schemeClr val="accent2"/>
              </a:solidFill>
              <a:latin typeface="Trebuchet MS" panose="020B0603020202020204"/>
              <a:ea typeface="Trebuchet MS" panose="020B0603020202020204"/>
              <a:cs typeface="Trebuchet MS" panose="020B0603020202020204"/>
              <a:sym typeface="Trebuchet MS" panose="020B0603020202020204"/>
            </a:endParaRPr>
          </a:p>
        </p:txBody>
      </p:sp>
      <p:sp>
        <p:nvSpPr>
          <p:cNvPr id="27" name="Google Shape;27;p1"/>
          <p:cNvSpPr txBox="1"/>
          <p:nvPr/>
        </p:nvSpPr>
        <p:spPr>
          <a:xfrm>
            <a:off x="1445526" y="6378906"/>
            <a:ext cx="41148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1" i="0" u="none" strike="noStrike" cap="none">
                <a:solidFill>
                  <a:schemeClr val="accent2"/>
                </a:solidFill>
                <a:latin typeface="Trebuchet MS" panose="020B0603020202020204"/>
                <a:ea typeface="Trebuchet MS" panose="020B0603020202020204"/>
                <a:cs typeface="Trebuchet MS" panose="020B0603020202020204"/>
                <a:sym typeface="Trebuchet MS" panose="020B0603020202020204"/>
              </a:rPr>
              <a:t>Annual Review</a:t>
            </a:r>
            <a:endParaRPr sz="1100" b="1" i="0" u="none" strike="noStrike" cap="none">
              <a:solidFill>
                <a:schemeClr val="accent2"/>
              </a:solidFill>
              <a:latin typeface="Trebuchet MS" panose="020B0603020202020204"/>
              <a:ea typeface="Trebuchet MS" panose="020B0603020202020204"/>
              <a:cs typeface="Trebuchet MS" panose="020B0603020202020204"/>
              <a:sym typeface="Trebuchet MS" panose="020B0603020202020204"/>
            </a:endParaRPr>
          </a:p>
        </p:txBody>
      </p:sp>
      <p:sp>
        <p:nvSpPr>
          <p:cNvPr id="28" name="Google Shape;28;p1"/>
          <p:cNvSpPr txBox="1"/>
          <p:nvPr/>
        </p:nvSpPr>
        <p:spPr>
          <a:xfrm>
            <a:off x="8805338" y="6378906"/>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accent4"/>
                </a:solidFill>
                <a:latin typeface="Trebuchet MS" panose="020B0603020202020204"/>
                <a:ea typeface="Trebuchet MS" panose="020B0603020202020204"/>
                <a:cs typeface="Trebuchet MS" panose="020B0603020202020204"/>
                <a:sym typeface="Trebuchet MS" panose="020B0603020202020204"/>
              </a:rPr>
            </a:fld>
            <a:endParaRPr sz="1100" b="0" i="0" u="none" strike="noStrike" cap="none">
              <a:solidFill>
                <a:schemeClr val="accent4"/>
              </a:solidFill>
              <a:latin typeface="Trebuchet MS" panose="020B0603020202020204"/>
              <a:ea typeface="Trebuchet MS" panose="020B0603020202020204"/>
              <a:cs typeface="Trebuchet MS" panose="020B0603020202020204"/>
              <a:sym typeface="Trebuchet MS" panose="020B0603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6" name="Shape 196"/>
        <p:cNvGrpSpPr/>
        <p:nvPr/>
      </p:nvGrpSpPr>
      <p:grpSpPr>
        <a:xfrm>
          <a:off x="0" y="0"/>
          <a:ext cx="0" cy="0"/>
          <a:chOff x="0" y="0"/>
          <a:chExt cx="0" cy="0"/>
        </a:xfrm>
      </p:grpSpPr>
      <p:sp>
        <p:nvSpPr>
          <p:cNvPr id="197" name="Google Shape;197;p23"/>
          <p:cNvSpPr txBox="1"/>
          <p:nvPr>
            <p:ph type="body" idx="1"/>
          </p:nvPr>
        </p:nvSpPr>
        <p:spPr>
          <a:xfrm>
            <a:off x="734060" y="3429000"/>
            <a:ext cx="9921240" cy="861695"/>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600"/>
              <a:buNone/>
            </a:pPr>
            <a:r>
              <a:rPr lang="en-US" b="0">
                <a:solidFill>
                  <a:schemeClr val="dk1"/>
                </a:solidFill>
              </a:rPr>
              <a:t>Student Name: Aswini Bojja </a:t>
            </a:r>
            <a:endParaRPr b="0">
              <a:solidFill>
                <a:schemeClr val="dk1"/>
              </a:solidFill>
            </a:endParaRPr>
          </a:p>
          <a:p>
            <a:pPr marL="0" lvl="0" indent="0" algn="r" rtl="0">
              <a:spcBef>
                <a:spcPts val="1000"/>
              </a:spcBef>
              <a:spcAft>
                <a:spcPts val="0"/>
              </a:spcAft>
              <a:buSzPts val="1600"/>
              <a:buNone/>
            </a:pPr>
            <a:r>
              <a:rPr lang="en-US" b="0">
                <a:solidFill>
                  <a:schemeClr val="dk1"/>
                </a:solidFill>
              </a:rPr>
              <a:t>College Name- Kakinada Institute of Engineerinng and Technology </a:t>
            </a:r>
            <a:endParaRPr b="0">
              <a:solidFill>
                <a:schemeClr val="dk1"/>
              </a:solidFill>
            </a:endParaRPr>
          </a:p>
        </p:txBody>
      </p:sp>
      <p:sp>
        <p:nvSpPr>
          <p:cNvPr id="198" name="Google Shape;198;p23"/>
          <p:cNvSpPr txBox="1"/>
          <p:nvPr>
            <p:ph type="title"/>
          </p:nvPr>
        </p:nvSpPr>
        <p:spPr>
          <a:xfrm>
            <a:off x="1109980" y="2685415"/>
            <a:ext cx="10113645" cy="743585"/>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panose="020B0603020202020204"/>
              <a:buNone/>
            </a:pPr>
            <a:r>
              <a:rPr lang="en-US" sz="3200"/>
              <a:t>Project Title - Seasonal Agriculture Performance Analysis</a:t>
            </a:r>
            <a:endParaRPr sz="3200"/>
          </a:p>
        </p:txBody>
      </p:sp>
      <p:pic>
        <p:nvPicPr>
          <p:cNvPr id="199" name="Google Shape;199;p23"/>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200" name="Google Shape;200;p23"/>
          <p:cNvSpPr txBox="1"/>
          <p:nvPr/>
        </p:nvSpPr>
        <p:spPr>
          <a:xfrm>
            <a:off x="5530850" y="4515485"/>
            <a:ext cx="592709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rPr>
              <a:t>AICTE STU ID :STU6a6cbdb7e9a261785511351</a:t>
            </a:r>
            <a:endParaRPr sz="1800" b="1">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1822"/>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7">
                                            <p:txEl>
                                              <p:pRg st="0" end="0"/>
                                            </p:txEl>
                                          </p:spTgt>
                                        </p:tgtEl>
                                        <p:attrNameLst>
                                          <p:attrName>style.visibility</p:attrName>
                                        </p:attrNameLst>
                                      </p:cBhvr>
                                      <p:to>
                                        <p:strVal val="visible"/>
                                      </p:to>
                                    </p:set>
                                    <p:animEffect transition="in" filter="fade">
                                      <p:cBhvr>
                                        <p:cTn id="12" dur="500"/>
                                        <p:tgtEl>
                                          <p:spTgt spid="19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7">
                                            <p:txEl>
                                              <p:pRg st="1" end="1"/>
                                            </p:txEl>
                                          </p:spTgt>
                                        </p:tgtEl>
                                        <p:attrNameLst>
                                          <p:attrName>style.visibility</p:attrName>
                                        </p:attrNameLst>
                                      </p:cBhvr>
                                      <p:to>
                                        <p:strVal val="visible"/>
                                      </p:to>
                                    </p:set>
                                    <p:animEffect transition="in" filter="fade">
                                      <p:cBhvr>
                                        <p:cTn id="17" dur="500"/>
                                        <p:tgtEl>
                                          <p:spTgt spid="197">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04" name="Shape 204"/>
        <p:cNvGrpSpPr/>
        <p:nvPr/>
      </p:nvGrpSpPr>
      <p:grpSpPr>
        <a:xfrm>
          <a:off x="0" y="0"/>
          <a:ext cx="0" cy="0"/>
          <a:chOff x="0" y="0"/>
          <a:chExt cx="0" cy="0"/>
        </a:xfrm>
      </p:grpSpPr>
      <p:sp>
        <p:nvSpPr>
          <p:cNvPr id="205" name="Google Shape;205;p24"/>
          <p:cNvSpPr txBox="1"/>
          <p:nvPr>
            <p:ph type="body" idx="1"/>
          </p:nvPr>
        </p:nvSpPr>
        <p:spPr>
          <a:xfrm>
            <a:off x="935425" y="1340525"/>
            <a:ext cx="6995700" cy="5131500"/>
          </a:xfrm>
          <a:prstGeom prst="rect">
            <a:avLst/>
          </a:prstGeom>
          <a:noFill/>
          <a:ln>
            <a:noFill/>
          </a:ln>
        </p:spPr>
        <p:txBody>
          <a:bodyPr spcFirstLastPara="1" wrap="square" lIns="91425" tIns="45700" rIns="91425" bIns="45700" anchor="t" anchorCtr="0">
            <a:noAutofit/>
          </a:bodyPr>
          <a:lstStyle/>
          <a:p>
            <a:pPr marL="0" lvl="0" indent="457200" algn="just" rtl="0">
              <a:spcBef>
                <a:spcPts val="0"/>
              </a:spcBef>
              <a:spcAft>
                <a:spcPts val="0"/>
              </a:spcAft>
              <a:buSzPts val="1440"/>
              <a:buNone/>
            </a:pPr>
            <a:r>
              <a:rPr lang="en-US"/>
              <a:t>Agricultural activities are influenced by seasonal variations in environmental conditions, farming practices, resource availability and market conditions. As a result, agricultural performance may differ from one season to another. </a:t>
            </a:r>
            <a:endParaRPr lang="en-US"/>
          </a:p>
          <a:p>
            <a:pPr marL="0" lvl="0" indent="0" algn="just" rtl="0">
              <a:spcBef>
                <a:spcPts val="0"/>
              </a:spcBef>
              <a:spcAft>
                <a:spcPts val="0"/>
              </a:spcAft>
              <a:buSzPts val="1440"/>
              <a:buNone/>
            </a:pPr>
            <a:r>
              <a:rPr lang="en-US"/>
              <a:t>However, raw agricultural data does not clearly explain how agricultural performance changes across seasons or what patterns can be observed in different seasonal conditions. </a:t>
            </a:r>
            <a:endParaRPr lang="en-US"/>
          </a:p>
          <a:p>
            <a:pPr marL="0" lvl="0" indent="0" algn="just" rtl="0">
              <a:spcBef>
                <a:spcPts val="0"/>
              </a:spcBef>
              <a:spcAft>
                <a:spcPts val="0"/>
              </a:spcAft>
              <a:buSzPts val="1440"/>
              <a:buNone/>
            </a:pPr>
            <a:r>
              <a:rPr lang="en-US"/>
              <a:t>The problem is to analyze the given agricultural dataset and investigate seasonal differences in agricultural performance by identifying meaningful patterns, trends, relationships and variations within the available data.</a:t>
            </a:r>
            <a:endParaRPr sz="1800">
              <a:latin typeface="Calibri" panose="020F0502020204030204"/>
              <a:ea typeface="Calibri" panose="020F0502020204030204"/>
              <a:cs typeface="Calibri" panose="020F0502020204030204"/>
              <a:sym typeface="Calibri" panose="020F0502020204030204"/>
            </a:endParaRPr>
          </a:p>
        </p:txBody>
      </p:sp>
      <p:sp>
        <p:nvSpPr>
          <p:cNvPr id="206" name="Google Shape;206;p24"/>
          <p:cNvSpPr txBox="1"/>
          <p:nvPr>
            <p:ph type="title"/>
          </p:nvPr>
        </p:nvSpPr>
        <p:spPr>
          <a:xfrm>
            <a:off x="754602" y="550417"/>
            <a:ext cx="6995604" cy="79011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panose="020B0603020202020204"/>
              <a:buNone/>
            </a:pPr>
            <a:r>
              <a:rPr lang="en-US"/>
              <a:t>PROBLEM  STATEMENT</a:t>
            </a:r>
            <a:endParaRPr lang="en-US"/>
          </a:p>
        </p:txBody>
      </p:sp>
      <p:pic>
        <p:nvPicPr>
          <p:cNvPr id="207" name="Google Shape;207;p24"/>
          <p:cNvPicPr preferRelativeResize="0"/>
          <p:nvPr/>
        </p:nvPicPr>
        <p:blipFill rotWithShape="1">
          <a:blip r:embed="rId1"/>
          <a:srcRect/>
          <a:stretch>
            <a:fillRect/>
          </a:stretch>
        </p:blipFill>
        <p:spPr>
          <a:xfrm>
            <a:off x="7995684" y="2930834"/>
            <a:ext cx="2760758" cy="3264409"/>
          </a:xfrm>
          <a:prstGeom prst="rect">
            <a:avLst/>
          </a:prstGeom>
          <a:noFill/>
          <a:ln>
            <a:noFill/>
          </a:ln>
        </p:spPr>
      </p:pic>
      <p:pic>
        <p:nvPicPr>
          <p:cNvPr id="208" name="Google Shape;208;p24"/>
          <p:cNvPicPr preferRelativeResize="0"/>
          <p:nvPr/>
        </p:nvPicPr>
        <p:blipFill rotWithShape="1">
          <a:blip r:embed="rId2"/>
          <a:srcRect t="96181"/>
          <a:stretch>
            <a:fillRect/>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 calcmode="lin" valueType="num">
                                      <p:cBhvr additive="base">
                                        <p:cTn id="7" dur="500"/>
                                        <p:tgtEl>
                                          <p:spTgt spid="206"/>
                                        </p:tgtEl>
                                        <p:attrNameLst>
                                          <p:attrName>ppt_w</p:attrName>
                                        </p:attrNameLst>
                                      </p:cBhvr>
                                      <p:tavLst>
                                        <p:tav tm="0" fmla="">
                                          <p:val>
                                            <p:fltVal val="0"/>
                                          </p:val>
                                        </p:tav>
                                        <p:tav tm="100000" fmla="">
                                          <p:val>
                                            <p:strVal val="#ppt_w"/>
                                          </p:val>
                                        </p:tav>
                                      </p:tavLst>
                                    </p:anim>
                                    <p:anim calcmode="lin" valueType="num">
                                      <p:cBhvr additive="base">
                                        <p:cTn id="8" dur="500"/>
                                        <p:tgtEl>
                                          <p:spTgt spid="206"/>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05">
                                            <p:txEl>
                                              <p:pRg st="0" end="0"/>
                                            </p:txEl>
                                          </p:spTgt>
                                        </p:tgtEl>
                                        <p:attrNameLst>
                                          <p:attrName>style.visibility</p:attrName>
                                        </p:attrNameLst>
                                      </p:cBhvr>
                                      <p:to>
                                        <p:strVal val="visible"/>
                                      </p:to>
                                    </p:set>
                                    <p:animEffect transition="in" filter="fade">
                                      <p:cBhvr>
                                        <p:cTn id="13" dur="1000"/>
                                        <p:tgtEl>
                                          <p:spTgt spid="20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05">
                                            <p:txEl>
                                              <p:pRg st="1" end="1"/>
                                            </p:txEl>
                                          </p:spTgt>
                                        </p:tgtEl>
                                        <p:attrNameLst>
                                          <p:attrName>style.visibility</p:attrName>
                                        </p:attrNameLst>
                                      </p:cBhvr>
                                      <p:to>
                                        <p:strVal val="visible"/>
                                      </p:to>
                                    </p:set>
                                    <p:animEffect transition="in" filter="fade">
                                      <p:cBhvr>
                                        <p:cTn id="18" dur="1000"/>
                                        <p:tgtEl>
                                          <p:spTgt spid="20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5">
                                            <p:txEl>
                                              <p:pRg st="2" end="2"/>
                                            </p:txEl>
                                          </p:spTgt>
                                        </p:tgtEl>
                                        <p:attrNameLst>
                                          <p:attrName>style.visibility</p:attrName>
                                        </p:attrNameLst>
                                      </p:cBhvr>
                                      <p:to>
                                        <p:strVal val="visible"/>
                                      </p:to>
                                    </p:set>
                                    <p:animEffect transition="in" filter="fade">
                                      <p:cBhvr>
                                        <p:cTn id="23" dur="1000"/>
                                        <p:tgtEl>
                                          <p:spTgt spid="20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212" name="Shape 212"/>
        <p:cNvGrpSpPr/>
        <p:nvPr/>
      </p:nvGrpSpPr>
      <p:grpSpPr>
        <a:xfrm>
          <a:off x="0" y="0"/>
          <a:ext cx="0" cy="0"/>
          <a:chOff x="0" y="0"/>
          <a:chExt cx="0" cy="0"/>
        </a:xfrm>
      </p:grpSpPr>
      <p:sp>
        <p:nvSpPr>
          <p:cNvPr id="213" name="Google Shape;213;p25"/>
          <p:cNvSpPr txBox="1"/>
          <p:nvPr>
            <p:ph type="title"/>
          </p:nvPr>
        </p:nvSpPr>
        <p:spPr>
          <a:xfrm>
            <a:off x="660400" y="805244"/>
            <a:ext cx="6276000" cy="890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panose="020B0603020202020204"/>
              <a:buNone/>
            </a:pPr>
            <a:r>
              <a:rPr lang="en-US"/>
              <a:t>Project Description</a:t>
            </a:r>
            <a:br>
              <a:rPr lang="en-US"/>
            </a:br>
            <a:endParaRPr lang="en-US"/>
          </a:p>
          <a:p>
            <a:pPr marL="0" lvl="0" indent="457200" algn="just" rtl="0">
              <a:spcBef>
                <a:spcPts val="0"/>
              </a:spcBef>
              <a:spcAft>
                <a:spcPts val="0"/>
              </a:spcAft>
              <a:buClr>
                <a:schemeClr val="dk1"/>
              </a:buClr>
              <a:buSzPct val="148000"/>
              <a:buFont typeface="Trebuchet MS" panose="020B0603020202020204"/>
              <a:buNone/>
            </a:pPr>
            <a:br>
              <a:rPr lang="en-US" sz="3245" b="0">
                <a:latin typeface="Calibri" panose="020F0502020204030204"/>
                <a:ea typeface="Calibri" panose="020F0502020204030204"/>
                <a:cs typeface="Calibri" panose="020F0502020204030204"/>
                <a:sym typeface="Calibri" panose="020F0502020204030204"/>
              </a:rPr>
            </a:br>
            <a:endParaRPr sz="3245" b="0">
              <a:latin typeface="Calibri" panose="020F0502020204030204"/>
              <a:ea typeface="Calibri" panose="020F0502020204030204"/>
              <a:cs typeface="Calibri" panose="020F0502020204030204"/>
              <a:sym typeface="Calibri" panose="020F0502020204030204"/>
            </a:endParaRPr>
          </a:p>
        </p:txBody>
      </p:sp>
      <p:pic>
        <p:nvPicPr>
          <p:cNvPr id="214" name="Google Shape;214;p25"/>
          <p:cNvPicPr preferRelativeResize="0"/>
          <p:nvPr/>
        </p:nvPicPr>
        <p:blipFill rotWithShape="1">
          <a:blip r:embed="rId1"/>
          <a:srcRect t="96181"/>
          <a:stretch>
            <a:fillRect/>
          </a:stretch>
        </p:blipFill>
        <p:spPr>
          <a:xfrm>
            <a:off x="675957" y="6471920"/>
            <a:ext cx="2143125" cy="193040"/>
          </a:xfrm>
          <a:prstGeom prst="rect">
            <a:avLst/>
          </a:prstGeom>
          <a:noFill/>
          <a:ln>
            <a:noFill/>
          </a:ln>
        </p:spPr>
      </p:pic>
      <p:pic>
        <p:nvPicPr>
          <p:cNvPr id="215" name="Google Shape;215;p25"/>
          <p:cNvPicPr preferRelativeResize="0"/>
          <p:nvPr/>
        </p:nvPicPr>
        <p:blipFill rotWithShape="1">
          <a:blip r:embed="rId2"/>
          <a:srcRect/>
          <a:stretch>
            <a:fillRect/>
          </a:stretch>
        </p:blipFill>
        <p:spPr>
          <a:xfrm>
            <a:off x="467359" y="6410461"/>
            <a:ext cx="3706253" cy="296092"/>
          </a:xfrm>
          <a:prstGeom prst="rect">
            <a:avLst/>
          </a:prstGeom>
          <a:noFill/>
          <a:ln>
            <a:noFill/>
          </a:ln>
        </p:spPr>
      </p:pic>
      <p:sp>
        <p:nvSpPr>
          <p:cNvPr id="216" name="Google Shape;216;p25"/>
          <p:cNvSpPr txBox="1"/>
          <p:nvPr/>
        </p:nvSpPr>
        <p:spPr>
          <a:xfrm>
            <a:off x="816700" y="2012400"/>
            <a:ext cx="8312400" cy="3656400"/>
          </a:xfrm>
          <a:prstGeom prst="rect">
            <a:avLst/>
          </a:prstGeom>
          <a:noFill/>
          <a:ln>
            <a:noFill/>
          </a:ln>
        </p:spPr>
        <p:txBody>
          <a:bodyPr spcFirstLastPara="1" wrap="square" lIns="91425" tIns="91425" rIns="91425" bIns="91425" anchor="t" anchorCtr="0">
            <a:spAutoFit/>
          </a:bodyPr>
          <a:lstStyle/>
          <a:p>
            <a:pPr marL="0" lvl="0" indent="457200" algn="just" rtl="0">
              <a:spcBef>
                <a:spcPts val="0"/>
              </a:spcBef>
              <a:spcAft>
                <a:spcPts val="0"/>
              </a:spcAft>
              <a:buClr>
                <a:schemeClr val="dk1"/>
              </a:buClr>
              <a:buSzPts val="4800"/>
              <a:buFont typeface="Trebuchet MS" panose="020B0603020202020204"/>
              <a:buNone/>
            </a:pPr>
            <a:r>
              <a:rPr lang="en-US" sz="3220">
                <a:solidFill>
                  <a:schemeClr val="dk1"/>
                </a:solidFill>
                <a:latin typeface="Calibri" panose="020F0502020204030204"/>
                <a:ea typeface="Calibri" panose="020F0502020204030204"/>
                <a:cs typeface="Calibri" panose="020F0502020204030204"/>
                <a:sym typeface="Calibri" panose="020F0502020204030204"/>
              </a:rPr>
              <a:t>This project analyzes agricultural data to understand how farming performance changes in different seasons. It studies the data to find patterns, trends, and differences between seasons. The project helps us understand which seasons perform better and how different factors affect agricultural performance.</a:t>
            </a:r>
            <a:endParaRPr sz="1800">
              <a:solidFill>
                <a:srgbClr val="3F3F3F"/>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 calcmode="lin" valueType="num">
                                      <p:cBhvr additive="base">
                                        <p:cTn id="7" dur="500"/>
                                        <p:tgtEl>
                                          <p:spTgt spid="213"/>
                                        </p:tgtEl>
                                        <p:attrNameLst>
                                          <p:attrName>ppt_w</p:attrName>
                                        </p:attrNameLst>
                                      </p:cBhvr>
                                      <p:tavLst>
                                        <p:tav tm="0" fmla="">
                                          <p:val>
                                            <p:fltVal val="0"/>
                                          </p:val>
                                        </p:tav>
                                        <p:tav tm="100000" fmla="">
                                          <p:val>
                                            <p:strVal val="#ppt_w"/>
                                          </p:val>
                                        </p:tav>
                                      </p:tavLst>
                                    </p:anim>
                                    <p:anim calcmode="lin" valueType="num">
                                      <p:cBhvr additive="base">
                                        <p:cTn id="8" dur="500"/>
                                        <p:tgtEl>
                                          <p:spTgt spid="213"/>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20" name="Shape 220"/>
        <p:cNvGrpSpPr/>
        <p:nvPr/>
      </p:nvGrpSpPr>
      <p:grpSpPr>
        <a:xfrm>
          <a:off x="0" y="0"/>
          <a:ext cx="0" cy="0"/>
          <a:chOff x="0" y="0"/>
          <a:chExt cx="0" cy="0"/>
        </a:xfrm>
      </p:grpSpPr>
      <p:sp>
        <p:nvSpPr>
          <p:cNvPr id="221" name="Google Shape;221;p26"/>
          <p:cNvSpPr txBox="1"/>
          <p:nvPr>
            <p:ph type="body" idx="1"/>
          </p:nvPr>
        </p:nvSpPr>
        <p:spPr>
          <a:xfrm>
            <a:off x="721359" y="1991360"/>
            <a:ext cx="7904481" cy="3990023"/>
          </a:xfrm>
          <a:prstGeom prst="rect">
            <a:avLst/>
          </a:prstGeom>
          <a:noFill/>
          <a:ln>
            <a:noFill/>
          </a:ln>
        </p:spPr>
        <p:txBody>
          <a:bodyPr spcFirstLastPara="1" wrap="square" lIns="91425" tIns="45700" rIns="91425" bIns="45700" anchor="t" anchorCtr="0">
            <a:normAutofit fontScale="92500"/>
          </a:bodyPr>
          <a:lstStyle/>
          <a:p>
            <a:pPr marL="457200" lvl="0" indent="-440055" algn="just" rtl="0">
              <a:lnSpc>
                <a:spcPct val="150000"/>
              </a:lnSpc>
              <a:spcBef>
                <a:spcPts val="0"/>
              </a:spcBef>
              <a:spcAft>
                <a:spcPts val="0"/>
              </a:spcAft>
              <a:buSzPct val="100000"/>
              <a:buFont typeface="Calibri" panose="020F0502020204030204"/>
              <a:buChar char="●"/>
            </a:pPr>
            <a:r>
              <a:rPr lang="en-US" sz="3600">
                <a:latin typeface="Calibri" panose="020F0502020204030204"/>
                <a:ea typeface="Calibri" panose="020F0502020204030204"/>
                <a:cs typeface="Calibri" panose="020F0502020204030204"/>
                <a:sym typeface="Calibri" panose="020F0502020204030204"/>
              </a:rPr>
              <a:t>Farmers &amp; Agricultural Practitioners</a:t>
            </a:r>
            <a:endParaRPr sz="3600">
              <a:latin typeface="Calibri" panose="020F0502020204030204"/>
              <a:ea typeface="Calibri" panose="020F0502020204030204"/>
              <a:cs typeface="Calibri" panose="020F0502020204030204"/>
              <a:sym typeface="Calibri" panose="020F0502020204030204"/>
            </a:endParaRPr>
          </a:p>
          <a:p>
            <a:pPr marL="457200" lvl="0" indent="-440055" algn="just" rtl="0">
              <a:lnSpc>
                <a:spcPct val="150000"/>
              </a:lnSpc>
              <a:spcBef>
                <a:spcPts val="0"/>
              </a:spcBef>
              <a:spcAft>
                <a:spcPts val="0"/>
              </a:spcAft>
              <a:buSzPct val="100000"/>
              <a:buFont typeface="Calibri" panose="020F0502020204030204"/>
              <a:buChar char="●"/>
            </a:pPr>
            <a:r>
              <a:rPr lang="en-US" sz="3600">
                <a:latin typeface="Calibri" panose="020F0502020204030204"/>
                <a:ea typeface="Calibri" panose="020F0502020204030204"/>
                <a:cs typeface="Calibri" panose="020F0502020204030204"/>
                <a:sym typeface="Calibri" panose="020F0502020204030204"/>
              </a:rPr>
              <a:t>Agricultural Policy Makers &amp; Government Agencies  </a:t>
            </a:r>
            <a:endParaRPr sz="3600">
              <a:latin typeface="Calibri" panose="020F0502020204030204"/>
              <a:ea typeface="Calibri" panose="020F0502020204030204"/>
              <a:cs typeface="Calibri" panose="020F0502020204030204"/>
              <a:sym typeface="Calibri" panose="020F0502020204030204"/>
            </a:endParaRPr>
          </a:p>
          <a:p>
            <a:pPr marL="457200" lvl="0" indent="-440055" algn="just" rtl="0">
              <a:lnSpc>
                <a:spcPct val="150000"/>
              </a:lnSpc>
              <a:spcBef>
                <a:spcPts val="0"/>
              </a:spcBef>
              <a:spcAft>
                <a:spcPts val="0"/>
              </a:spcAft>
              <a:buSzPct val="100000"/>
              <a:buFont typeface="Calibri" panose="020F0502020204030204"/>
              <a:buChar char="●"/>
            </a:pPr>
            <a:r>
              <a:rPr lang="en-US" sz="3600">
                <a:latin typeface="Calibri" panose="020F0502020204030204"/>
                <a:ea typeface="Calibri" panose="020F0502020204030204"/>
                <a:cs typeface="Calibri" panose="020F0502020204030204"/>
                <a:sym typeface="Calibri" panose="020F0502020204030204"/>
              </a:rPr>
              <a:t>Financial Institutions &amp; Agri-Insurers</a:t>
            </a:r>
            <a:endParaRPr sz="3600">
              <a:latin typeface="Calibri" panose="020F0502020204030204"/>
              <a:ea typeface="Calibri" panose="020F0502020204030204"/>
              <a:cs typeface="Calibri" panose="020F0502020204030204"/>
              <a:sym typeface="Calibri" panose="020F0502020204030204"/>
            </a:endParaRPr>
          </a:p>
          <a:p>
            <a:pPr marL="457200" lvl="0" indent="-440055" algn="just" rtl="0">
              <a:lnSpc>
                <a:spcPct val="150000"/>
              </a:lnSpc>
              <a:spcBef>
                <a:spcPts val="0"/>
              </a:spcBef>
              <a:spcAft>
                <a:spcPts val="0"/>
              </a:spcAft>
              <a:buSzPct val="100000"/>
              <a:buFont typeface="Calibri" panose="020F0502020204030204"/>
              <a:buChar char="●"/>
            </a:pPr>
            <a:r>
              <a:rPr lang="en-US" sz="3600">
                <a:latin typeface="Calibri" panose="020F0502020204030204"/>
                <a:ea typeface="Calibri" panose="020F0502020204030204"/>
                <a:cs typeface="Calibri" panose="020F0502020204030204"/>
                <a:sym typeface="Calibri" panose="020F0502020204030204"/>
              </a:rPr>
              <a:t>Agri-Tech Developers &amp; Advisory Services  </a:t>
            </a:r>
            <a:endParaRPr sz="3600">
              <a:latin typeface="Calibri" panose="020F0502020204030204"/>
              <a:ea typeface="Calibri" panose="020F0502020204030204"/>
              <a:cs typeface="Calibri" panose="020F0502020204030204"/>
              <a:sym typeface="Calibri" panose="020F0502020204030204"/>
            </a:endParaRPr>
          </a:p>
        </p:txBody>
      </p:sp>
      <p:sp>
        <p:nvSpPr>
          <p:cNvPr id="222" name="Google Shape;222;p26"/>
          <p:cNvSpPr txBox="1"/>
          <p:nvPr>
            <p:ph type="title"/>
          </p:nvPr>
        </p:nvSpPr>
        <p:spPr>
          <a:xfrm>
            <a:off x="620008" y="876617"/>
            <a:ext cx="10046070" cy="80264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panose="020B0603020202020204"/>
              <a:buNone/>
            </a:pPr>
            <a:r>
              <a:rPr lang="en-US" sz="3200"/>
              <a:t>WHO ARE THE END USERS?</a:t>
            </a:r>
            <a:endParaRPr sz="2000"/>
          </a:p>
        </p:txBody>
      </p:sp>
      <p:pic>
        <p:nvPicPr>
          <p:cNvPr id="223" name="Google Shape;223;p26"/>
          <p:cNvPicPr preferRelativeResize="0"/>
          <p:nvPr/>
        </p:nvPicPr>
        <p:blipFill rotWithShape="1">
          <a:blip r:embed="rId1"/>
          <a:srcRect/>
          <a:stretch>
            <a:fillRect/>
          </a:stretch>
        </p:blipFill>
        <p:spPr>
          <a:xfrm>
            <a:off x="721359" y="6176804"/>
            <a:ext cx="2181225" cy="485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 calcmode="lin" valueType="num">
                                      <p:cBhvr additive="base">
                                        <p:cTn id="7" dur="500"/>
                                        <p:tgtEl>
                                          <p:spTgt spid="222"/>
                                        </p:tgtEl>
                                        <p:attrNameLst>
                                          <p:attrName>ppt_w</p:attrName>
                                        </p:attrNameLst>
                                      </p:cBhvr>
                                      <p:tavLst>
                                        <p:tav tm="0" fmla="">
                                          <p:val>
                                            <p:fltVal val="0"/>
                                          </p:val>
                                        </p:tav>
                                        <p:tav tm="100000" fmla="">
                                          <p:val>
                                            <p:strVal val="#ppt_w"/>
                                          </p:val>
                                        </p:tav>
                                      </p:tavLst>
                                    </p:anim>
                                    <p:anim calcmode="lin" valueType="num">
                                      <p:cBhvr additive="base">
                                        <p:cTn id="8" dur="500"/>
                                        <p:tgtEl>
                                          <p:spTgt spid="222"/>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21">
                                            <p:txEl>
                                              <p:pRg st="0" end="0"/>
                                            </p:txEl>
                                          </p:spTgt>
                                        </p:tgtEl>
                                        <p:attrNameLst>
                                          <p:attrName>style.visibility</p:attrName>
                                        </p:attrNameLst>
                                      </p:cBhvr>
                                      <p:to>
                                        <p:strVal val="visible"/>
                                      </p:to>
                                    </p:set>
                                    <p:animEffect transition="in" filter="fade">
                                      <p:cBhvr>
                                        <p:cTn id="13" dur="1000"/>
                                        <p:tgtEl>
                                          <p:spTgt spid="22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21">
                                            <p:txEl>
                                              <p:pRg st="1" end="1"/>
                                            </p:txEl>
                                          </p:spTgt>
                                        </p:tgtEl>
                                        <p:attrNameLst>
                                          <p:attrName>style.visibility</p:attrName>
                                        </p:attrNameLst>
                                      </p:cBhvr>
                                      <p:to>
                                        <p:strVal val="visible"/>
                                      </p:to>
                                    </p:set>
                                    <p:animEffect transition="in" filter="fade">
                                      <p:cBhvr>
                                        <p:cTn id="18" dur="1000"/>
                                        <p:tgtEl>
                                          <p:spTgt spid="22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1">
                                            <p:txEl>
                                              <p:pRg st="2" end="2"/>
                                            </p:txEl>
                                          </p:spTgt>
                                        </p:tgtEl>
                                        <p:attrNameLst>
                                          <p:attrName>style.visibility</p:attrName>
                                        </p:attrNameLst>
                                      </p:cBhvr>
                                      <p:to>
                                        <p:strVal val="visible"/>
                                      </p:to>
                                    </p:set>
                                    <p:animEffect transition="in" filter="fade">
                                      <p:cBhvr>
                                        <p:cTn id="23" dur="1000"/>
                                        <p:tgtEl>
                                          <p:spTgt spid="22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1">
                                            <p:txEl>
                                              <p:pRg st="3" end="3"/>
                                            </p:txEl>
                                          </p:spTgt>
                                        </p:tgtEl>
                                        <p:attrNameLst>
                                          <p:attrName>style.visibility</p:attrName>
                                        </p:attrNameLst>
                                      </p:cBhvr>
                                      <p:to>
                                        <p:strVal val="visible"/>
                                      </p:to>
                                    </p:set>
                                    <p:animEffect transition="in" filter="fade">
                                      <p:cBhvr>
                                        <p:cTn id="28" dur="1000"/>
                                        <p:tgtEl>
                                          <p:spTgt spid="22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228" name="Shape 228"/>
        <p:cNvGrpSpPr/>
        <p:nvPr/>
      </p:nvGrpSpPr>
      <p:grpSpPr>
        <a:xfrm>
          <a:off x="0" y="0"/>
          <a:ext cx="0" cy="0"/>
          <a:chOff x="0" y="0"/>
          <a:chExt cx="0" cy="0"/>
        </a:xfrm>
      </p:grpSpPr>
      <p:pic>
        <p:nvPicPr>
          <p:cNvPr id="229" name="Google Shape;229;p27"/>
          <p:cNvPicPr preferRelativeResize="0"/>
          <p:nvPr/>
        </p:nvPicPr>
        <p:blipFill rotWithShape="1">
          <a:blip r:embed="rId1"/>
          <a:srcRect/>
          <a:stretch>
            <a:fillRect/>
          </a:stretch>
        </p:blipFill>
        <p:spPr>
          <a:xfrm>
            <a:off x="467359" y="6410461"/>
            <a:ext cx="3706253" cy="296092"/>
          </a:xfrm>
          <a:prstGeom prst="rect">
            <a:avLst/>
          </a:prstGeom>
          <a:noFill/>
          <a:ln>
            <a:noFill/>
          </a:ln>
        </p:spPr>
      </p:pic>
      <p:pic>
        <p:nvPicPr>
          <p:cNvPr id="230" name="Google Shape;230;p27"/>
          <p:cNvPicPr preferRelativeResize="0"/>
          <p:nvPr/>
        </p:nvPicPr>
        <p:blipFill rotWithShape="1">
          <a:blip r:embed="rId2"/>
          <a:srcRect/>
          <a:stretch>
            <a:fillRect/>
          </a:stretch>
        </p:blipFill>
        <p:spPr>
          <a:xfrm flipH="1">
            <a:off x="50800" y="3820160"/>
            <a:ext cx="1727200" cy="3010024"/>
          </a:xfrm>
          <a:prstGeom prst="rect">
            <a:avLst/>
          </a:prstGeom>
          <a:noFill/>
          <a:ln>
            <a:noFill/>
          </a:ln>
        </p:spPr>
      </p:pic>
      <p:sp>
        <p:nvSpPr>
          <p:cNvPr id="231" name="Google Shape;231;p27"/>
          <p:cNvSpPr txBox="1"/>
          <p:nvPr>
            <p:ph type="body" idx="1"/>
          </p:nvPr>
        </p:nvSpPr>
        <p:spPr>
          <a:xfrm>
            <a:off x="1653150" y="1316175"/>
            <a:ext cx="7439700" cy="50565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457200" lvl="0" indent="-431800" algn="l" rtl="0">
              <a:lnSpc>
                <a:spcPct val="150000"/>
              </a:lnSpc>
              <a:spcBef>
                <a:spcPts val="0"/>
              </a:spcBef>
              <a:spcAft>
                <a:spcPts val="0"/>
              </a:spcAft>
              <a:buClr>
                <a:schemeClr val="dk1"/>
              </a:buClr>
              <a:buSzPts val="3200"/>
              <a:buFont typeface="Calibri" panose="020F0502020204030204"/>
              <a:buChar char="●"/>
            </a:pPr>
            <a:r>
              <a:rPr lang="en-US" sz="3200">
                <a:latin typeface="Calibri" panose="020F0502020204030204"/>
                <a:ea typeface="Calibri" panose="020F0502020204030204"/>
                <a:cs typeface="Calibri" panose="020F0502020204030204"/>
                <a:sym typeface="Calibri" panose="020F0502020204030204"/>
              </a:rPr>
              <a:t>Python</a:t>
            </a:r>
            <a:endParaRPr sz="3200">
              <a:latin typeface="Calibri" panose="020F0502020204030204"/>
              <a:ea typeface="Calibri" panose="020F0502020204030204"/>
              <a:cs typeface="Calibri" panose="020F0502020204030204"/>
              <a:sym typeface="Calibri" panose="020F0502020204030204"/>
            </a:endParaRPr>
          </a:p>
          <a:p>
            <a:pPr marL="457200" lvl="0" indent="-431800" algn="l" rtl="0">
              <a:lnSpc>
                <a:spcPct val="150000"/>
              </a:lnSpc>
              <a:spcBef>
                <a:spcPts val="0"/>
              </a:spcBef>
              <a:spcAft>
                <a:spcPts val="0"/>
              </a:spcAft>
              <a:buClr>
                <a:schemeClr val="dk1"/>
              </a:buClr>
              <a:buSzPts val="3200"/>
              <a:buFont typeface="Calibri" panose="020F0502020204030204"/>
              <a:buChar char="●"/>
            </a:pPr>
            <a:r>
              <a:rPr lang="en-US" sz="3200">
                <a:latin typeface="Calibri" panose="020F0502020204030204"/>
                <a:ea typeface="Calibri" panose="020F0502020204030204"/>
                <a:cs typeface="Calibri" panose="020F0502020204030204"/>
                <a:sym typeface="Calibri" panose="020F0502020204030204"/>
              </a:rPr>
              <a:t>Pandas</a:t>
            </a:r>
            <a:endParaRPr sz="3200">
              <a:latin typeface="Calibri" panose="020F0502020204030204"/>
              <a:ea typeface="Calibri" panose="020F0502020204030204"/>
              <a:cs typeface="Calibri" panose="020F0502020204030204"/>
              <a:sym typeface="Calibri" panose="020F0502020204030204"/>
            </a:endParaRPr>
          </a:p>
          <a:p>
            <a:pPr marL="457200" lvl="0" indent="-431800" algn="l" rtl="0">
              <a:lnSpc>
                <a:spcPct val="150000"/>
              </a:lnSpc>
              <a:spcBef>
                <a:spcPts val="0"/>
              </a:spcBef>
              <a:spcAft>
                <a:spcPts val="0"/>
              </a:spcAft>
              <a:buClr>
                <a:schemeClr val="dk1"/>
              </a:buClr>
              <a:buSzPts val="3200"/>
              <a:buFont typeface="Calibri" panose="020F0502020204030204"/>
              <a:buChar char="●"/>
            </a:pPr>
            <a:r>
              <a:rPr lang="en-US" sz="3200">
                <a:latin typeface="Calibri" panose="020F0502020204030204"/>
                <a:ea typeface="Calibri" panose="020F0502020204030204"/>
                <a:cs typeface="Calibri" panose="020F0502020204030204"/>
                <a:sym typeface="Calibri" panose="020F0502020204030204"/>
              </a:rPr>
              <a:t>Numpy</a:t>
            </a:r>
            <a:endParaRPr sz="3200">
              <a:latin typeface="Calibri" panose="020F0502020204030204"/>
              <a:ea typeface="Calibri" panose="020F0502020204030204"/>
              <a:cs typeface="Calibri" panose="020F0502020204030204"/>
              <a:sym typeface="Calibri" panose="020F0502020204030204"/>
            </a:endParaRPr>
          </a:p>
          <a:p>
            <a:pPr marL="457200" lvl="0" indent="-431800" algn="l" rtl="0">
              <a:lnSpc>
                <a:spcPct val="150000"/>
              </a:lnSpc>
              <a:spcBef>
                <a:spcPts val="0"/>
              </a:spcBef>
              <a:spcAft>
                <a:spcPts val="0"/>
              </a:spcAft>
              <a:buClr>
                <a:schemeClr val="dk1"/>
              </a:buClr>
              <a:buSzPts val="3200"/>
              <a:buFont typeface="Calibri" panose="020F0502020204030204"/>
              <a:buChar char="●"/>
            </a:pPr>
            <a:r>
              <a:rPr lang="en-US" sz="3200">
                <a:latin typeface="Calibri" panose="020F0502020204030204"/>
                <a:ea typeface="Calibri" panose="020F0502020204030204"/>
                <a:cs typeface="Calibri" panose="020F0502020204030204"/>
                <a:sym typeface="Calibri" panose="020F0502020204030204"/>
              </a:rPr>
              <a:t>Matplotlib</a:t>
            </a:r>
            <a:endParaRPr sz="3200">
              <a:latin typeface="Calibri" panose="020F0502020204030204"/>
              <a:ea typeface="Calibri" panose="020F0502020204030204"/>
              <a:cs typeface="Calibri" panose="020F0502020204030204"/>
              <a:sym typeface="Calibri" panose="020F0502020204030204"/>
            </a:endParaRPr>
          </a:p>
          <a:p>
            <a:pPr marL="457200" lvl="0" indent="-431800" algn="l" rtl="0">
              <a:lnSpc>
                <a:spcPct val="150000"/>
              </a:lnSpc>
              <a:spcBef>
                <a:spcPts val="0"/>
              </a:spcBef>
              <a:spcAft>
                <a:spcPts val="0"/>
              </a:spcAft>
              <a:buClr>
                <a:schemeClr val="dk1"/>
              </a:buClr>
              <a:buSzPts val="3200"/>
              <a:buFont typeface="Calibri" panose="020F0502020204030204"/>
              <a:buChar char="●"/>
            </a:pPr>
            <a:r>
              <a:rPr lang="en-US" sz="3200">
                <a:latin typeface="Calibri" panose="020F0502020204030204"/>
                <a:ea typeface="Calibri" panose="020F0502020204030204"/>
                <a:cs typeface="Calibri" panose="020F0502020204030204"/>
                <a:sym typeface="Calibri" panose="020F0502020204030204"/>
              </a:rPr>
              <a:t>Seaborn</a:t>
            </a:r>
            <a:endParaRPr sz="3200">
              <a:latin typeface="Calibri" panose="020F0502020204030204"/>
              <a:ea typeface="Calibri" panose="020F0502020204030204"/>
              <a:cs typeface="Calibri" panose="020F0502020204030204"/>
              <a:sym typeface="Calibri" panose="020F0502020204030204"/>
            </a:endParaRPr>
          </a:p>
        </p:txBody>
      </p:sp>
      <p:sp>
        <p:nvSpPr>
          <p:cNvPr id="232" name="Google Shape;232;p27"/>
          <p:cNvSpPr txBox="1"/>
          <p:nvPr>
            <p:ph type="title"/>
          </p:nvPr>
        </p:nvSpPr>
        <p:spPr>
          <a:xfrm>
            <a:off x="660399" y="430567"/>
            <a:ext cx="5306291" cy="84781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panose="020B0603020202020204"/>
              <a:buNone/>
            </a:pPr>
            <a:r>
              <a:rPr lang="en-US"/>
              <a:t>Technology Used</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2"/>
                                        </p:tgtEl>
                                        <p:attrNameLst>
                                          <p:attrName>style.visibility</p:attrName>
                                        </p:attrNameLst>
                                      </p:cBhvr>
                                      <p:to>
                                        <p:strVal val="visible"/>
                                      </p:to>
                                    </p:set>
                                    <p:anim calcmode="lin" valueType="num">
                                      <p:cBhvr additive="base">
                                        <p:cTn id="7" dur="500"/>
                                        <p:tgtEl>
                                          <p:spTgt spid="232"/>
                                        </p:tgtEl>
                                        <p:attrNameLst>
                                          <p:attrName>ppt_w</p:attrName>
                                        </p:attrNameLst>
                                      </p:cBhvr>
                                      <p:tavLst>
                                        <p:tav tm="0" fmla="">
                                          <p:val>
                                            <p:fltVal val="0"/>
                                          </p:val>
                                        </p:tav>
                                        <p:tav tm="100000" fmla="">
                                          <p:val>
                                            <p:strVal val="#ppt_w"/>
                                          </p:val>
                                        </p:tav>
                                      </p:tavLst>
                                    </p:anim>
                                    <p:anim calcmode="lin" valueType="num">
                                      <p:cBhvr additive="base">
                                        <p:cTn id="8" dur="500"/>
                                        <p:tgtEl>
                                          <p:spTgt spid="232"/>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31">
                                            <p:txEl>
                                              <p:pRg st="0" end="0"/>
                                            </p:txEl>
                                          </p:spTgt>
                                        </p:tgtEl>
                                        <p:attrNameLst>
                                          <p:attrName>style.visibility</p:attrName>
                                        </p:attrNameLst>
                                      </p:cBhvr>
                                      <p:to>
                                        <p:strVal val="visible"/>
                                      </p:to>
                                    </p:set>
                                    <p:animEffect transition="in" filter="fade">
                                      <p:cBhvr>
                                        <p:cTn id="13" dur="1000"/>
                                        <p:tgtEl>
                                          <p:spTgt spid="23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1">
                                            <p:txEl>
                                              <p:pRg st="1" end="1"/>
                                            </p:txEl>
                                          </p:spTgt>
                                        </p:tgtEl>
                                        <p:attrNameLst>
                                          <p:attrName>style.visibility</p:attrName>
                                        </p:attrNameLst>
                                      </p:cBhvr>
                                      <p:to>
                                        <p:strVal val="visible"/>
                                      </p:to>
                                    </p:set>
                                    <p:animEffect transition="in" filter="fade">
                                      <p:cBhvr>
                                        <p:cTn id="18" dur="1000"/>
                                        <p:tgtEl>
                                          <p:spTgt spid="23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1">
                                            <p:txEl>
                                              <p:pRg st="2" end="2"/>
                                            </p:txEl>
                                          </p:spTgt>
                                        </p:tgtEl>
                                        <p:attrNameLst>
                                          <p:attrName>style.visibility</p:attrName>
                                        </p:attrNameLst>
                                      </p:cBhvr>
                                      <p:to>
                                        <p:strVal val="visible"/>
                                      </p:to>
                                    </p:set>
                                    <p:animEffect transition="in" filter="fade">
                                      <p:cBhvr>
                                        <p:cTn id="23" dur="1000"/>
                                        <p:tgtEl>
                                          <p:spTgt spid="23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31">
                                            <p:txEl>
                                              <p:pRg st="3" end="3"/>
                                            </p:txEl>
                                          </p:spTgt>
                                        </p:tgtEl>
                                        <p:attrNameLst>
                                          <p:attrName>style.visibility</p:attrName>
                                        </p:attrNameLst>
                                      </p:cBhvr>
                                      <p:to>
                                        <p:strVal val="visible"/>
                                      </p:to>
                                    </p:set>
                                    <p:animEffect transition="in" filter="fade">
                                      <p:cBhvr>
                                        <p:cTn id="28" dur="1000"/>
                                        <p:tgtEl>
                                          <p:spTgt spid="23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31">
                                            <p:txEl>
                                              <p:pRg st="4" end="4"/>
                                            </p:txEl>
                                          </p:spTgt>
                                        </p:tgtEl>
                                        <p:attrNameLst>
                                          <p:attrName>style.visibility</p:attrName>
                                        </p:attrNameLst>
                                      </p:cBhvr>
                                      <p:to>
                                        <p:strVal val="visible"/>
                                      </p:to>
                                    </p:set>
                                    <p:animEffect transition="in" filter="fade">
                                      <p:cBhvr>
                                        <p:cTn id="33" dur="1000"/>
                                        <p:tgtEl>
                                          <p:spTgt spid="23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36" name="Shape 236"/>
        <p:cNvGrpSpPr/>
        <p:nvPr/>
      </p:nvGrpSpPr>
      <p:grpSpPr>
        <a:xfrm>
          <a:off x="0" y="0"/>
          <a:ext cx="0" cy="0"/>
          <a:chOff x="0" y="0"/>
          <a:chExt cx="0" cy="0"/>
        </a:xfrm>
      </p:grpSpPr>
      <p:pic>
        <p:nvPicPr>
          <p:cNvPr id="237" name="Google Shape;237;p28"/>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238" name="Google Shape;238;p28"/>
          <p:cNvSpPr txBox="1"/>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panose="020B0603020202020204"/>
              <a:buNone/>
            </a:pPr>
            <a:r>
              <a:rPr lang="en-US"/>
              <a:t>RESULTS </a:t>
            </a:r>
            <a:endParaRPr lang="en-US"/>
          </a:p>
        </p:txBody>
      </p:sp>
      <p:sp>
        <p:nvSpPr>
          <p:cNvPr id="239" name="Google Shape;239;p28"/>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40" name="Google Shape;240;p28"/>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41" name="Google Shape;241;p28"/>
          <p:cNvSpPr txBox="1"/>
          <p:nvPr>
            <p:ph type="body" idx="1"/>
          </p:nvPr>
        </p:nvSpPr>
        <p:spPr>
          <a:xfrm>
            <a:off x="807175" y="1431700"/>
            <a:ext cx="8919900" cy="66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The </a:t>
            </a:r>
            <a:r>
              <a:rPr lang="en-US" b="1">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Kharif season</a:t>
            </a:r>
            <a:r>
              <a:rPr lang="en-US">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 contains the highest count at roughly </a:t>
            </a:r>
            <a:r>
              <a:rPr lang="en-US" b="1">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1,770 records</a:t>
            </a:r>
            <a:r>
              <a:rPr lang="en-US">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 followed by </a:t>
            </a:r>
            <a:r>
              <a:rPr lang="en-US" b="1">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Rabi (around 1,620)</a:t>
            </a:r>
            <a:r>
              <a:rPr lang="en-US">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 and </a:t>
            </a:r>
            <a:r>
              <a:rPr lang="en-US" b="1">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Zaid (around 600)</a:t>
            </a:r>
            <a:r>
              <a:rPr lang="en-US">
                <a:solidFill>
                  <a:srgbClr val="0A0A0A"/>
                </a:solidFill>
                <a:highlight>
                  <a:srgbClr val="FFFFFF"/>
                </a:highlight>
                <a:latin typeface="Calibri" panose="020F0502020204030204"/>
                <a:ea typeface="Calibri" panose="020F0502020204030204"/>
                <a:cs typeface="Calibri" panose="020F0502020204030204"/>
                <a:sym typeface="Calibri" panose="020F0502020204030204"/>
              </a:rPr>
              <a:t>.</a:t>
            </a:r>
            <a:r>
              <a:rPr lang="en-US">
                <a:solidFill>
                  <a:schemeClr val="dk1"/>
                </a:solidFill>
                <a:latin typeface="Calibri" panose="020F0502020204030204"/>
                <a:ea typeface="Calibri" panose="020F0502020204030204"/>
                <a:cs typeface="Calibri" panose="020F0502020204030204"/>
                <a:sym typeface="Calibri" panose="020F0502020204030204"/>
              </a:rPr>
              <a:t> </a:t>
            </a:r>
            <a:endParaRPr>
              <a:latin typeface="Calibri" panose="020F0502020204030204"/>
              <a:ea typeface="Calibri" panose="020F0502020204030204"/>
              <a:cs typeface="Calibri" panose="020F0502020204030204"/>
              <a:sym typeface="Calibri" panose="020F0502020204030204"/>
            </a:endParaRPr>
          </a:p>
        </p:txBody>
      </p:sp>
      <p:pic>
        <p:nvPicPr>
          <p:cNvPr id="242" name="Google Shape;242;p28"/>
          <p:cNvPicPr preferRelativeResize="0"/>
          <p:nvPr/>
        </p:nvPicPr>
        <p:blipFill>
          <a:blip r:embed="rId2"/>
          <a:stretch>
            <a:fillRect/>
          </a:stretch>
        </p:blipFill>
        <p:spPr>
          <a:xfrm>
            <a:off x="807175" y="2139350"/>
            <a:ext cx="8919900" cy="4718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500"/>
                                        <p:tgtEl>
                                          <p:spTgt spid="238"/>
                                        </p:tgtEl>
                                        <p:attrNameLst>
                                          <p:attrName>ppt_w</p:attrName>
                                        </p:attrNameLst>
                                      </p:cBhvr>
                                      <p:tavLst>
                                        <p:tav tm="0" fmla="">
                                          <p:val>
                                            <p:fltVal val="0"/>
                                          </p:val>
                                        </p:tav>
                                        <p:tav tm="100000" fmla="">
                                          <p:val>
                                            <p:strVal val="#ppt_w"/>
                                          </p:val>
                                        </p:tav>
                                      </p:tavLst>
                                    </p:anim>
                                    <p:anim calcmode="lin" valueType="num">
                                      <p:cBhvr additive="base">
                                        <p:cTn id="8" dur="500"/>
                                        <p:tgtEl>
                                          <p:spTgt spid="238"/>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39"/>
                                        </p:tgtEl>
                                        <p:attrNameLst>
                                          <p:attrName>style.visibility</p:attrName>
                                        </p:attrNameLst>
                                      </p:cBhvr>
                                      <p:to>
                                        <p:strVal val="visible"/>
                                      </p:to>
                                    </p:set>
                                    <p:animEffect transition="in" filter="fade">
                                      <p:cBhvr>
                                        <p:cTn id="13" dur="1000"/>
                                        <p:tgtEl>
                                          <p:spTgt spid="2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0"/>
                                        </p:tgtEl>
                                        <p:attrNameLst>
                                          <p:attrName>style.visibility</p:attrName>
                                        </p:attrNameLst>
                                      </p:cBhvr>
                                      <p:to>
                                        <p:strVal val="visible"/>
                                      </p:to>
                                    </p:set>
                                    <p:animEffect transition="in" filter="fade">
                                      <p:cBhvr>
                                        <p:cTn id="18" dur="1000"/>
                                        <p:tgtEl>
                                          <p:spTgt spid="24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1">
                                            <p:txEl>
                                              <p:pRg st="0" end="0"/>
                                            </p:txEl>
                                          </p:spTgt>
                                        </p:tgtEl>
                                        <p:attrNameLst>
                                          <p:attrName>style.visibility</p:attrName>
                                        </p:attrNameLst>
                                      </p:cBhvr>
                                      <p:to>
                                        <p:strVal val="visible"/>
                                      </p:to>
                                    </p:set>
                                    <p:animEffect transition="in" filter="fade">
                                      <p:cBhvr>
                                        <p:cTn id="23" dur="1000"/>
                                        <p:tgtEl>
                                          <p:spTgt spid="241">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pic>
        <p:nvPicPr>
          <p:cNvPr id="247" name="Google Shape;247;p29"/>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248" name="Google Shape;248;p29"/>
          <p:cNvSpPr txBox="1"/>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panose="020B0603020202020204"/>
              <a:buNone/>
            </a:pPr>
            <a:r>
              <a:rPr lang="en-US"/>
              <a:t>RESULTS </a:t>
            </a:r>
            <a:endParaRPr lang="en-US"/>
          </a:p>
        </p:txBody>
      </p:sp>
      <p:sp>
        <p:nvSpPr>
          <p:cNvPr id="249" name="Google Shape;249;p29"/>
          <p:cNvSpPr txBox="1"/>
          <p:nvPr>
            <p:ph type="body" idx="1"/>
          </p:nvPr>
        </p:nvSpPr>
        <p:spPr>
          <a:xfrm>
            <a:off x="916522" y="1173810"/>
            <a:ext cx="8725500" cy="66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a:solidFill>
                  <a:schemeClr val="dk1"/>
                </a:solidFill>
                <a:latin typeface="Calibri" panose="020F0502020204030204"/>
                <a:ea typeface="Calibri" panose="020F0502020204030204"/>
                <a:cs typeface="Calibri" panose="020F0502020204030204"/>
                <a:sym typeface="Calibri" panose="020F0502020204030204"/>
              </a:rPr>
              <a:t>The data is </a:t>
            </a:r>
            <a:r>
              <a:rPr lang="en-US" b="1">
                <a:solidFill>
                  <a:schemeClr val="dk1"/>
                </a:solidFill>
                <a:latin typeface="Calibri" panose="020F0502020204030204"/>
                <a:ea typeface="Calibri" panose="020F0502020204030204"/>
                <a:cs typeface="Calibri" panose="020F0502020204030204"/>
                <a:sym typeface="Calibri" panose="020F0502020204030204"/>
              </a:rPr>
              <a:t>strongly right-skewed</a:t>
            </a:r>
            <a:r>
              <a:rPr lang="en-US">
                <a:solidFill>
                  <a:schemeClr val="dk1"/>
                </a:solidFill>
                <a:latin typeface="Calibri" panose="020F0502020204030204"/>
                <a:ea typeface="Calibri" panose="020F0502020204030204"/>
                <a:cs typeface="Calibri" panose="020F0502020204030204"/>
                <a:sym typeface="Calibri" panose="020F0502020204030204"/>
              </a:rPr>
              <a:t>, meaning most farms break even or make minor losses, while a few outliers generate high profits up to </a:t>
            </a:r>
            <a:r>
              <a:rPr lang="en-US" b="1">
                <a:solidFill>
                  <a:schemeClr val="dk1"/>
                </a:solidFill>
                <a:latin typeface="Calibri" panose="020F0502020204030204"/>
                <a:ea typeface="Calibri" panose="020F0502020204030204"/>
                <a:cs typeface="Calibri" panose="020F0502020204030204"/>
                <a:sym typeface="Calibri" panose="020F0502020204030204"/>
              </a:rPr>
              <a:t>4 million INR</a:t>
            </a:r>
            <a:r>
              <a:rPr lang="en-US">
                <a:solidFill>
                  <a:schemeClr val="dk1"/>
                </a:solidFill>
                <a:latin typeface="Calibri" panose="020F0502020204030204"/>
                <a:ea typeface="Calibri" panose="020F0502020204030204"/>
                <a:cs typeface="Calibri" panose="020F0502020204030204"/>
                <a:sym typeface="Calibri" panose="020F0502020204030204"/>
              </a:rPr>
              <a:t>. </a:t>
            </a:r>
            <a:endParaRPr>
              <a:latin typeface="Calibri" panose="020F0502020204030204"/>
              <a:ea typeface="Calibri" panose="020F0502020204030204"/>
              <a:cs typeface="Calibri" panose="020F0502020204030204"/>
              <a:sym typeface="Calibri" panose="020F0502020204030204"/>
            </a:endParaRPr>
          </a:p>
        </p:txBody>
      </p:sp>
      <p:pic>
        <p:nvPicPr>
          <p:cNvPr id="250" name="Google Shape;250;p29"/>
          <p:cNvPicPr preferRelativeResize="0"/>
          <p:nvPr/>
        </p:nvPicPr>
        <p:blipFill>
          <a:blip r:embed="rId2"/>
          <a:stretch>
            <a:fillRect/>
          </a:stretch>
        </p:blipFill>
        <p:spPr>
          <a:xfrm>
            <a:off x="1001557" y="2097699"/>
            <a:ext cx="7833550" cy="46117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anim calcmode="lin" valueType="num">
                                      <p:cBhvr additive="base">
                                        <p:cTn id="7" dur="500"/>
                                        <p:tgtEl>
                                          <p:spTgt spid="248"/>
                                        </p:tgtEl>
                                        <p:attrNameLst>
                                          <p:attrName>ppt_w</p:attrName>
                                        </p:attrNameLst>
                                      </p:cBhvr>
                                      <p:tavLst>
                                        <p:tav tm="0" fmla="">
                                          <p:val>
                                            <p:fltVal val="0"/>
                                          </p:val>
                                        </p:tav>
                                        <p:tav tm="100000" fmla="">
                                          <p:val>
                                            <p:strVal val="#ppt_w"/>
                                          </p:val>
                                        </p:tav>
                                      </p:tavLst>
                                    </p:anim>
                                    <p:anim calcmode="lin" valueType="num">
                                      <p:cBhvr additive="base">
                                        <p:cTn id="8" dur="500"/>
                                        <p:tgtEl>
                                          <p:spTgt spid="248"/>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9">
                                            <p:txEl>
                                              <p:pRg st="0" end="0"/>
                                            </p:txEl>
                                          </p:spTgt>
                                        </p:tgtEl>
                                        <p:attrNameLst>
                                          <p:attrName>style.visibility</p:attrName>
                                        </p:attrNameLst>
                                      </p:cBhvr>
                                      <p:to>
                                        <p:strVal val="visible"/>
                                      </p:to>
                                    </p:set>
                                    <p:animEffect transition="in" filter="fade">
                                      <p:cBhvr>
                                        <p:cTn id="13" dur="1000"/>
                                        <p:tgtEl>
                                          <p:spTgt spid="249">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pic>
        <p:nvPicPr>
          <p:cNvPr id="255" name="Google Shape;255;p30"/>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256" name="Google Shape;256;p30"/>
          <p:cNvSpPr txBox="1"/>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panose="020B0603020202020204"/>
              <a:buNone/>
            </a:pPr>
            <a:r>
              <a:rPr lang="en-US"/>
              <a:t>RESULTS </a:t>
            </a:r>
            <a:endParaRPr lang="en-US"/>
          </a:p>
        </p:txBody>
      </p:sp>
      <p:sp>
        <p:nvSpPr>
          <p:cNvPr id="257" name="Google Shape;257;p30"/>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58" name="Google Shape;258;p30"/>
          <p:cNvSpPr txBox="1"/>
          <p:nvPr>
            <p:ph type="body" idx="1"/>
          </p:nvPr>
        </p:nvSpPr>
        <p:spPr>
          <a:xfrm>
            <a:off x="807173" y="1319250"/>
            <a:ext cx="8198100" cy="66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a:solidFill>
                  <a:schemeClr val="dk1"/>
                </a:solidFill>
                <a:latin typeface="Calibri" panose="020F0502020204030204"/>
                <a:ea typeface="Calibri" panose="020F0502020204030204"/>
                <a:cs typeface="Calibri" panose="020F0502020204030204"/>
                <a:sym typeface="Calibri" panose="020F0502020204030204"/>
              </a:rPr>
              <a:t>The </a:t>
            </a:r>
            <a:r>
              <a:rPr lang="en-US" b="1">
                <a:solidFill>
                  <a:schemeClr val="dk1"/>
                </a:solidFill>
                <a:latin typeface="Calibri" panose="020F0502020204030204"/>
                <a:ea typeface="Calibri" panose="020F0502020204030204"/>
                <a:cs typeface="Calibri" panose="020F0502020204030204"/>
                <a:sym typeface="Calibri" panose="020F0502020204030204"/>
              </a:rPr>
              <a:t>Kharif season accounts for the largest share at 44.5%</a:t>
            </a:r>
            <a:r>
              <a:rPr lang="en-US">
                <a:solidFill>
                  <a:schemeClr val="dk1"/>
                </a:solidFill>
                <a:latin typeface="Calibri" panose="020F0502020204030204"/>
                <a:ea typeface="Calibri" panose="020F0502020204030204"/>
                <a:cs typeface="Calibri" panose="020F0502020204030204"/>
                <a:sym typeface="Calibri" panose="020F0502020204030204"/>
              </a:rPr>
              <a:t>, followed closely by </a:t>
            </a:r>
            <a:r>
              <a:rPr lang="en-US" b="1">
                <a:solidFill>
                  <a:schemeClr val="dk1"/>
                </a:solidFill>
                <a:latin typeface="Calibri" panose="020F0502020204030204"/>
                <a:ea typeface="Calibri" panose="020F0502020204030204"/>
                <a:cs typeface="Calibri" panose="020F0502020204030204"/>
                <a:sym typeface="Calibri" panose="020F0502020204030204"/>
              </a:rPr>
              <a:t>Rabi at 40.7%</a:t>
            </a:r>
            <a:r>
              <a:rPr lang="en-US">
                <a:solidFill>
                  <a:schemeClr val="dk1"/>
                </a:solidFill>
                <a:latin typeface="Calibri" panose="020F0502020204030204"/>
                <a:ea typeface="Calibri" panose="020F0502020204030204"/>
                <a:cs typeface="Calibri" panose="020F0502020204030204"/>
                <a:sym typeface="Calibri" panose="020F0502020204030204"/>
              </a:rPr>
              <a:t>, while </a:t>
            </a:r>
            <a:r>
              <a:rPr lang="en-US" b="1">
                <a:solidFill>
                  <a:schemeClr val="dk1"/>
                </a:solidFill>
                <a:latin typeface="Calibri" panose="020F0502020204030204"/>
                <a:ea typeface="Calibri" panose="020F0502020204030204"/>
                <a:cs typeface="Calibri" panose="020F0502020204030204"/>
                <a:sym typeface="Calibri" panose="020F0502020204030204"/>
              </a:rPr>
              <a:t>Zaid represents the smallest portion at 14.8%</a:t>
            </a:r>
            <a:r>
              <a:rPr lang="en-US">
                <a:solidFill>
                  <a:schemeClr val="dk1"/>
                </a:solidFill>
                <a:latin typeface="Calibri" panose="020F0502020204030204"/>
                <a:ea typeface="Calibri" panose="020F0502020204030204"/>
                <a:cs typeface="Calibri" panose="020F0502020204030204"/>
                <a:sym typeface="Calibri" panose="020F0502020204030204"/>
              </a:rPr>
              <a:t>. </a:t>
            </a:r>
            <a:endParaRPr>
              <a:latin typeface="Calibri" panose="020F0502020204030204"/>
              <a:ea typeface="Calibri" panose="020F0502020204030204"/>
              <a:cs typeface="Calibri" panose="020F0502020204030204"/>
              <a:sym typeface="Calibri" panose="020F0502020204030204"/>
            </a:endParaRPr>
          </a:p>
        </p:txBody>
      </p:sp>
      <p:pic>
        <p:nvPicPr>
          <p:cNvPr id="259" name="Google Shape;259;p30"/>
          <p:cNvPicPr preferRelativeResize="0"/>
          <p:nvPr/>
        </p:nvPicPr>
        <p:blipFill>
          <a:blip r:embed="rId2"/>
          <a:stretch>
            <a:fillRect/>
          </a:stretch>
        </p:blipFill>
        <p:spPr>
          <a:xfrm>
            <a:off x="1258700" y="2102950"/>
            <a:ext cx="7913075" cy="4368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6"/>
                                        </p:tgtEl>
                                        <p:attrNameLst>
                                          <p:attrName>style.visibility</p:attrName>
                                        </p:attrNameLst>
                                      </p:cBhvr>
                                      <p:to>
                                        <p:strVal val="visible"/>
                                      </p:to>
                                    </p:set>
                                    <p:anim calcmode="lin" valueType="num">
                                      <p:cBhvr additive="base">
                                        <p:cTn id="7" dur="500"/>
                                        <p:tgtEl>
                                          <p:spTgt spid="256"/>
                                        </p:tgtEl>
                                        <p:attrNameLst>
                                          <p:attrName>ppt_w</p:attrName>
                                        </p:attrNameLst>
                                      </p:cBhvr>
                                      <p:tavLst>
                                        <p:tav tm="0" fmla="">
                                          <p:val>
                                            <p:fltVal val="0"/>
                                          </p:val>
                                        </p:tav>
                                        <p:tav tm="100000" fmla="">
                                          <p:val>
                                            <p:strVal val="#ppt_w"/>
                                          </p:val>
                                        </p:tav>
                                      </p:tavLst>
                                    </p:anim>
                                    <p:anim calcmode="lin" valueType="num">
                                      <p:cBhvr additive="base">
                                        <p:cTn id="8" dur="500"/>
                                        <p:tgtEl>
                                          <p:spTgt spid="256"/>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57"/>
                                        </p:tgtEl>
                                        <p:attrNameLst>
                                          <p:attrName>style.visibility</p:attrName>
                                        </p:attrNameLst>
                                      </p:cBhvr>
                                      <p:to>
                                        <p:strVal val="visible"/>
                                      </p:to>
                                    </p:set>
                                    <p:animEffect transition="in" filter="fade">
                                      <p:cBhvr>
                                        <p:cTn id="13" dur="1000"/>
                                        <p:tgtEl>
                                          <p:spTgt spid="25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8">
                                            <p:txEl>
                                              <p:pRg st="0" end="0"/>
                                            </p:txEl>
                                          </p:spTgt>
                                        </p:tgtEl>
                                        <p:attrNameLst>
                                          <p:attrName>style.visibility</p:attrName>
                                        </p:attrNameLst>
                                      </p:cBhvr>
                                      <p:to>
                                        <p:strVal val="visible"/>
                                      </p:to>
                                    </p:set>
                                    <p:animEffect transition="in" filter="fade">
                                      <p:cBhvr>
                                        <p:cTn id="18" dur="1000"/>
                                        <p:tgtEl>
                                          <p:spTgt spid="258">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63" name="Shape 263"/>
        <p:cNvGrpSpPr/>
        <p:nvPr/>
      </p:nvGrpSpPr>
      <p:grpSpPr>
        <a:xfrm>
          <a:off x="0" y="0"/>
          <a:ext cx="0" cy="0"/>
          <a:chOff x="0" y="0"/>
          <a:chExt cx="0" cy="0"/>
        </a:xfrm>
      </p:grpSpPr>
      <p:pic>
        <p:nvPicPr>
          <p:cNvPr id="264" name="Google Shape;264;p31"/>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265" name="Google Shape;265;p31"/>
          <p:cNvSpPr txBox="1"/>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panose="020B0603020202020204"/>
              <a:buNone/>
            </a:pPr>
            <a:r>
              <a:rPr lang="en-US"/>
              <a:t>RESULTS </a:t>
            </a:r>
            <a:endParaRPr lang="en-US"/>
          </a:p>
        </p:txBody>
      </p:sp>
      <p:sp>
        <p:nvSpPr>
          <p:cNvPr id="266" name="Google Shape;266;p31"/>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67" name="Google Shape;267;p31"/>
          <p:cNvSpPr txBox="1"/>
          <p:nvPr>
            <p:ph type="body" idx="1"/>
          </p:nvPr>
        </p:nvSpPr>
        <p:spPr>
          <a:xfrm>
            <a:off x="807175" y="1431700"/>
            <a:ext cx="9308700" cy="66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b="1">
                <a:solidFill>
                  <a:schemeClr val="dk1"/>
                </a:solidFill>
                <a:latin typeface="Calibri" panose="020F0502020204030204"/>
                <a:ea typeface="Calibri" panose="020F0502020204030204"/>
                <a:cs typeface="Calibri" panose="020F0502020204030204"/>
                <a:sym typeface="Calibri" panose="020F0502020204030204"/>
              </a:rPr>
              <a:t>Kharif yields the highest extreme profits</a:t>
            </a:r>
            <a:r>
              <a:rPr lang="en-US">
                <a:solidFill>
                  <a:schemeClr val="dk1"/>
                </a:solidFill>
                <a:latin typeface="Calibri" panose="020F0502020204030204"/>
                <a:ea typeface="Calibri" panose="020F0502020204030204"/>
                <a:cs typeface="Calibri" panose="020F0502020204030204"/>
                <a:sym typeface="Calibri" panose="020F0502020204030204"/>
              </a:rPr>
              <a:t> with outliers exceeding 4 million INR, followed by </a:t>
            </a:r>
            <a:r>
              <a:rPr lang="en-US" b="1">
                <a:solidFill>
                  <a:schemeClr val="dk1"/>
                </a:solidFill>
                <a:latin typeface="Calibri" panose="020F0502020204030204"/>
                <a:ea typeface="Calibri" panose="020F0502020204030204"/>
                <a:cs typeface="Calibri" panose="020F0502020204030204"/>
                <a:sym typeface="Calibri" panose="020F0502020204030204"/>
              </a:rPr>
              <a:t>Rabi</a:t>
            </a:r>
            <a:r>
              <a:rPr lang="en-US">
                <a:solidFill>
                  <a:schemeClr val="dk1"/>
                </a:solidFill>
                <a:latin typeface="Calibri" panose="020F0502020204030204"/>
                <a:ea typeface="Calibri" panose="020F0502020204030204"/>
                <a:cs typeface="Calibri" panose="020F0502020204030204"/>
                <a:sym typeface="Calibri" panose="020F0502020204030204"/>
              </a:rPr>
              <a:t> and then </a:t>
            </a:r>
            <a:r>
              <a:rPr lang="en-US" b="1">
                <a:solidFill>
                  <a:schemeClr val="dk1"/>
                </a:solidFill>
                <a:latin typeface="Calibri" panose="020F0502020204030204"/>
                <a:ea typeface="Calibri" panose="020F0502020204030204"/>
                <a:cs typeface="Calibri" panose="020F0502020204030204"/>
                <a:sym typeface="Calibri" panose="020F0502020204030204"/>
              </a:rPr>
              <a:t>Zaid</a:t>
            </a:r>
            <a:r>
              <a:rPr lang="en-US">
                <a:solidFill>
                  <a:schemeClr val="dk1"/>
                </a:solidFill>
                <a:latin typeface="Calibri" panose="020F0502020204030204"/>
                <a:ea typeface="Calibri" panose="020F0502020204030204"/>
                <a:cs typeface="Calibri" panose="020F0502020204030204"/>
                <a:sym typeface="Calibri" panose="020F0502020204030204"/>
              </a:rPr>
              <a:t>, which shows the lowest maximum returns </a:t>
            </a:r>
            <a:endParaRPr>
              <a:latin typeface="Calibri" panose="020F0502020204030204"/>
              <a:ea typeface="Calibri" panose="020F0502020204030204"/>
              <a:cs typeface="Calibri" panose="020F0502020204030204"/>
              <a:sym typeface="Calibri" panose="020F0502020204030204"/>
            </a:endParaRPr>
          </a:p>
        </p:txBody>
      </p:sp>
      <p:pic>
        <p:nvPicPr>
          <p:cNvPr id="268" name="Google Shape;268;p31"/>
          <p:cNvPicPr preferRelativeResize="0"/>
          <p:nvPr/>
        </p:nvPicPr>
        <p:blipFill>
          <a:blip r:embed="rId2"/>
          <a:stretch>
            <a:fillRect/>
          </a:stretch>
        </p:blipFill>
        <p:spPr>
          <a:xfrm>
            <a:off x="1362475" y="2327825"/>
            <a:ext cx="7348224" cy="44742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5"/>
                                        </p:tgtEl>
                                        <p:attrNameLst>
                                          <p:attrName>style.visibility</p:attrName>
                                        </p:attrNameLst>
                                      </p:cBhvr>
                                      <p:to>
                                        <p:strVal val="visible"/>
                                      </p:to>
                                    </p:set>
                                    <p:anim calcmode="lin" valueType="num">
                                      <p:cBhvr additive="base">
                                        <p:cTn id="7" dur="500"/>
                                        <p:tgtEl>
                                          <p:spTgt spid="265"/>
                                        </p:tgtEl>
                                        <p:attrNameLst>
                                          <p:attrName>ppt_w</p:attrName>
                                        </p:attrNameLst>
                                      </p:cBhvr>
                                      <p:tavLst>
                                        <p:tav tm="0" fmla="">
                                          <p:val>
                                            <p:fltVal val="0"/>
                                          </p:val>
                                        </p:tav>
                                        <p:tav tm="100000" fmla="">
                                          <p:val>
                                            <p:strVal val="#ppt_w"/>
                                          </p:val>
                                        </p:tav>
                                      </p:tavLst>
                                    </p:anim>
                                    <p:anim calcmode="lin" valueType="num">
                                      <p:cBhvr additive="base">
                                        <p:cTn id="8" dur="500"/>
                                        <p:tgtEl>
                                          <p:spTgt spid="265"/>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66"/>
                                        </p:tgtEl>
                                        <p:attrNameLst>
                                          <p:attrName>style.visibility</p:attrName>
                                        </p:attrNameLst>
                                      </p:cBhvr>
                                      <p:to>
                                        <p:strVal val="visible"/>
                                      </p:to>
                                    </p:set>
                                    <p:animEffect transition="in" filter="fade">
                                      <p:cBhvr>
                                        <p:cTn id="13" dur="1000"/>
                                        <p:tgtEl>
                                          <p:spTgt spid="26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67">
                                            <p:txEl>
                                              <p:pRg st="0" end="0"/>
                                            </p:txEl>
                                          </p:spTgt>
                                        </p:tgtEl>
                                        <p:attrNameLst>
                                          <p:attrName>style.visibility</p:attrName>
                                        </p:attrNameLst>
                                      </p:cBhvr>
                                      <p:to>
                                        <p:strVal val="visible"/>
                                      </p:to>
                                    </p:set>
                                    <p:animEffect transition="in" filter="fade">
                                      <p:cBhvr>
                                        <p:cTn id="18" dur="1000"/>
                                        <p:tgtEl>
                                          <p:spTgt spid="267">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72" name="Shape 272"/>
        <p:cNvGrpSpPr/>
        <p:nvPr/>
      </p:nvGrpSpPr>
      <p:grpSpPr>
        <a:xfrm>
          <a:off x="0" y="0"/>
          <a:ext cx="0" cy="0"/>
          <a:chOff x="0" y="0"/>
          <a:chExt cx="0" cy="0"/>
        </a:xfrm>
      </p:grpSpPr>
      <p:pic>
        <p:nvPicPr>
          <p:cNvPr id="273" name="Google Shape;273;p32"/>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274" name="Google Shape;274;p32"/>
          <p:cNvSpPr txBox="1"/>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panose="020B0603020202020204"/>
              <a:buNone/>
            </a:pPr>
            <a:r>
              <a:rPr lang="en-US"/>
              <a:t>RESULTS </a:t>
            </a:r>
            <a:endParaRPr lang="en-US"/>
          </a:p>
        </p:txBody>
      </p:sp>
      <p:sp>
        <p:nvSpPr>
          <p:cNvPr id="275" name="Google Shape;275;p32"/>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76" name="Google Shape;276;p32"/>
          <p:cNvSpPr txBox="1"/>
          <p:nvPr>
            <p:ph type="body" idx="1"/>
          </p:nvPr>
        </p:nvSpPr>
        <p:spPr>
          <a:xfrm>
            <a:off x="807175" y="1201575"/>
            <a:ext cx="9641700" cy="831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a:solidFill>
                  <a:schemeClr val="dk1"/>
                </a:solidFill>
                <a:latin typeface="Calibri" panose="020F0502020204030204"/>
                <a:ea typeface="Calibri" panose="020F0502020204030204"/>
                <a:cs typeface="Calibri" panose="020F0502020204030204"/>
                <a:sym typeface="Calibri" panose="020F0502020204030204"/>
              </a:rPr>
              <a:t>For the higher-yielding farms, </a:t>
            </a:r>
            <a:r>
              <a:rPr lang="en-US" b="1">
                <a:solidFill>
                  <a:schemeClr val="dk1"/>
                </a:solidFill>
                <a:latin typeface="Calibri" panose="020F0502020204030204"/>
                <a:ea typeface="Calibri" panose="020F0502020204030204"/>
                <a:cs typeface="Calibri" panose="020F0502020204030204"/>
                <a:sym typeface="Calibri" panose="020F0502020204030204"/>
              </a:rPr>
              <a:t>productivity peaks between 600 mm and 1000 mm of rainfall</a:t>
            </a:r>
            <a:r>
              <a:rPr lang="en-US">
                <a:solidFill>
                  <a:schemeClr val="dk1"/>
                </a:solidFill>
                <a:latin typeface="Calibri" panose="020F0502020204030204"/>
                <a:ea typeface="Calibri" panose="020F0502020204030204"/>
                <a:cs typeface="Calibri" panose="020F0502020204030204"/>
                <a:sym typeface="Calibri" panose="020F0502020204030204"/>
              </a:rPr>
              <a:t>, reaching up to 100 tonnes/ha before declining at extreme rainfall levels. </a:t>
            </a:r>
            <a:endParaRPr>
              <a:latin typeface="Calibri" panose="020F0502020204030204"/>
              <a:ea typeface="Calibri" panose="020F0502020204030204"/>
              <a:cs typeface="Calibri" panose="020F0502020204030204"/>
              <a:sym typeface="Calibri" panose="020F0502020204030204"/>
            </a:endParaRPr>
          </a:p>
        </p:txBody>
      </p:sp>
      <p:pic>
        <p:nvPicPr>
          <p:cNvPr id="277" name="Google Shape;277;p32"/>
          <p:cNvPicPr preferRelativeResize="0"/>
          <p:nvPr/>
        </p:nvPicPr>
        <p:blipFill>
          <a:blip r:embed="rId2"/>
          <a:stretch>
            <a:fillRect/>
          </a:stretch>
        </p:blipFill>
        <p:spPr>
          <a:xfrm>
            <a:off x="1418025" y="2015250"/>
            <a:ext cx="7953375" cy="4610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74"/>
                                        </p:tgtEl>
                                        <p:attrNameLst>
                                          <p:attrName>style.visibility</p:attrName>
                                        </p:attrNameLst>
                                      </p:cBhvr>
                                      <p:to>
                                        <p:strVal val="visible"/>
                                      </p:to>
                                    </p:set>
                                    <p:anim calcmode="lin" valueType="num">
                                      <p:cBhvr additive="base">
                                        <p:cTn id="7" dur="500"/>
                                        <p:tgtEl>
                                          <p:spTgt spid="274"/>
                                        </p:tgtEl>
                                        <p:attrNameLst>
                                          <p:attrName>ppt_w</p:attrName>
                                        </p:attrNameLst>
                                      </p:cBhvr>
                                      <p:tavLst>
                                        <p:tav tm="0" fmla="">
                                          <p:val>
                                            <p:fltVal val="0"/>
                                          </p:val>
                                        </p:tav>
                                        <p:tav tm="100000" fmla="">
                                          <p:val>
                                            <p:strVal val="#ppt_w"/>
                                          </p:val>
                                        </p:tav>
                                      </p:tavLst>
                                    </p:anim>
                                    <p:anim calcmode="lin" valueType="num">
                                      <p:cBhvr additive="base">
                                        <p:cTn id="8" dur="500"/>
                                        <p:tgtEl>
                                          <p:spTgt spid="274"/>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75"/>
                                        </p:tgtEl>
                                        <p:attrNameLst>
                                          <p:attrName>style.visibility</p:attrName>
                                        </p:attrNameLst>
                                      </p:cBhvr>
                                      <p:to>
                                        <p:strVal val="visible"/>
                                      </p:to>
                                    </p:set>
                                    <p:animEffect transition="in" filter="fade">
                                      <p:cBhvr>
                                        <p:cTn id="13" dur="1000"/>
                                        <p:tgtEl>
                                          <p:spTgt spid="27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76">
                                            <p:txEl>
                                              <p:pRg st="0" end="0"/>
                                            </p:txEl>
                                          </p:spTgt>
                                        </p:tgtEl>
                                        <p:attrNameLst>
                                          <p:attrName>style.visibility</p:attrName>
                                        </p:attrNameLst>
                                      </p:cBhvr>
                                      <p:to>
                                        <p:strVal val="visible"/>
                                      </p:to>
                                    </p:set>
                                    <p:animEffect transition="in" filter="fade">
                                      <p:cBhvr>
                                        <p:cTn id="18" dur="1000"/>
                                        <p:tgtEl>
                                          <p:spTgt spid="276">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81" name="Shape 281"/>
        <p:cNvGrpSpPr/>
        <p:nvPr/>
      </p:nvGrpSpPr>
      <p:grpSpPr>
        <a:xfrm>
          <a:off x="0" y="0"/>
          <a:ext cx="0" cy="0"/>
          <a:chOff x="0" y="0"/>
          <a:chExt cx="0" cy="0"/>
        </a:xfrm>
      </p:grpSpPr>
      <p:pic>
        <p:nvPicPr>
          <p:cNvPr id="282" name="Google Shape;282;p33"/>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283" name="Google Shape;283;p33"/>
          <p:cNvSpPr txBox="1"/>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panose="020B0603020202020204"/>
              <a:buNone/>
            </a:pPr>
            <a:r>
              <a:rPr lang="en-US"/>
              <a:t>RESULTS </a:t>
            </a:r>
            <a:endParaRPr lang="en-US"/>
          </a:p>
        </p:txBody>
      </p:sp>
      <p:sp>
        <p:nvSpPr>
          <p:cNvPr id="284" name="Google Shape;284;p33"/>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85" name="Google Shape;285;p33"/>
          <p:cNvSpPr txBox="1"/>
          <p:nvPr>
            <p:ph type="body" idx="1"/>
          </p:nvPr>
        </p:nvSpPr>
        <p:spPr>
          <a:xfrm>
            <a:off x="807173" y="1431700"/>
            <a:ext cx="9364200" cy="6660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SzPts val="520"/>
              <a:buNone/>
            </a:pPr>
            <a:r>
              <a:rPr lang="en-US">
                <a:solidFill>
                  <a:schemeClr val="dk1"/>
                </a:solidFill>
                <a:latin typeface="Calibri" panose="020F0502020204030204"/>
                <a:ea typeface="Calibri" panose="020F0502020204030204"/>
                <a:cs typeface="Calibri" panose="020F0502020204030204"/>
                <a:sym typeface="Calibri" panose="020F0502020204030204"/>
              </a:rPr>
              <a:t>Across almost every crop type, the </a:t>
            </a:r>
            <a:r>
              <a:rPr lang="en-US" b="1">
                <a:solidFill>
                  <a:schemeClr val="dk1"/>
                </a:solidFill>
                <a:latin typeface="Calibri" panose="020F0502020204030204"/>
                <a:ea typeface="Calibri" panose="020F0502020204030204"/>
                <a:cs typeface="Calibri" panose="020F0502020204030204"/>
                <a:sym typeface="Calibri" panose="020F0502020204030204"/>
              </a:rPr>
              <a:t>Kharif season generates the highest average yield</a:t>
            </a:r>
            <a:r>
              <a:rPr lang="en-US">
                <a:solidFill>
                  <a:schemeClr val="dk1"/>
                </a:solidFill>
                <a:latin typeface="Calibri" panose="020F0502020204030204"/>
                <a:ea typeface="Calibri" panose="020F0502020204030204"/>
                <a:cs typeface="Calibri" panose="020F0502020204030204"/>
                <a:sym typeface="Calibri" panose="020F0502020204030204"/>
              </a:rPr>
              <a:t>, followed closely by </a:t>
            </a:r>
            <a:r>
              <a:rPr lang="en-US" b="1">
                <a:solidFill>
                  <a:schemeClr val="dk1"/>
                </a:solidFill>
                <a:latin typeface="Calibri" panose="020F0502020204030204"/>
                <a:ea typeface="Calibri" panose="020F0502020204030204"/>
                <a:cs typeface="Calibri" panose="020F0502020204030204"/>
                <a:sym typeface="Calibri" panose="020F0502020204030204"/>
              </a:rPr>
              <a:t>Rabi</a:t>
            </a:r>
            <a:r>
              <a:rPr lang="en-US">
                <a:solidFill>
                  <a:schemeClr val="dk1"/>
                </a:solidFill>
                <a:latin typeface="Calibri" panose="020F0502020204030204"/>
                <a:ea typeface="Calibri" panose="020F0502020204030204"/>
                <a:cs typeface="Calibri" panose="020F0502020204030204"/>
                <a:sym typeface="Calibri" panose="020F0502020204030204"/>
              </a:rPr>
              <a:t>, while </a:t>
            </a:r>
            <a:r>
              <a:rPr lang="en-US" b="1">
                <a:solidFill>
                  <a:schemeClr val="dk1"/>
                </a:solidFill>
                <a:latin typeface="Calibri" panose="020F0502020204030204"/>
                <a:ea typeface="Calibri" panose="020F0502020204030204"/>
                <a:cs typeface="Calibri" panose="020F0502020204030204"/>
                <a:sym typeface="Calibri" panose="020F0502020204030204"/>
              </a:rPr>
              <a:t>Zaid consistently produces the lowest</a:t>
            </a:r>
            <a:r>
              <a:rPr lang="en-US">
                <a:solidFill>
                  <a:schemeClr val="dk1"/>
                </a:solidFill>
                <a:latin typeface="Calibri" panose="020F0502020204030204"/>
                <a:ea typeface="Calibri" panose="020F0502020204030204"/>
                <a:cs typeface="Calibri" panose="020F0502020204030204"/>
                <a:sym typeface="Calibri" panose="020F0502020204030204"/>
              </a:rPr>
              <a:t>. </a:t>
            </a:r>
            <a:endParaRPr>
              <a:latin typeface="Calibri" panose="020F0502020204030204"/>
              <a:ea typeface="Calibri" panose="020F0502020204030204"/>
              <a:cs typeface="Calibri" panose="020F0502020204030204"/>
              <a:sym typeface="Calibri" panose="020F0502020204030204"/>
            </a:endParaRPr>
          </a:p>
        </p:txBody>
      </p:sp>
      <p:pic>
        <p:nvPicPr>
          <p:cNvPr id="286" name="Google Shape;286;p33"/>
          <p:cNvPicPr preferRelativeResize="0"/>
          <p:nvPr/>
        </p:nvPicPr>
        <p:blipFill>
          <a:blip r:embed="rId2"/>
          <a:stretch>
            <a:fillRect/>
          </a:stretch>
        </p:blipFill>
        <p:spPr>
          <a:xfrm>
            <a:off x="1057075" y="2097700"/>
            <a:ext cx="9364198" cy="4525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anim calcmode="lin" valueType="num">
                                      <p:cBhvr additive="base">
                                        <p:cTn id="7" dur="500"/>
                                        <p:tgtEl>
                                          <p:spTgt spid="283"/>
                                        </p:tgtEl>
                                        <p:attrNameLst>
                                          <p:attrName>ppt_w</p:attrName>
                                        </p:attrNameLst>
                                      </p:cBhvr>
                                      <p:tavLst>
                                        <p:tav tm="0" fmla="">
                                          <p:val>
                                            <p:fltVal val="0"/>
                                          </p:val>
                                        </p:tav>
                                        <p:tav tm="100000" fmla="">
                                          <p:val>
                                            <p:strVal val="#ppt_w"/>
                                          </p:val>
                                        </p:tav>
                                      </p:tavLst>
                                    </p:anim>
                                    <p:anim calcmode="lin" valueType="num">
                                      <p:cBhvr additive="base">
                                        <p:cTn id="8" dur="500"/>
                                        <p:tgtEl>
                                          <p:spTgt spid="283"/>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4"/>
                                        </p:tgtEl>
                                        <p:attrNameLst>
                                          <p:attrName>style.visibility</p:attrName>
                                        </p:attrNameLst>
                                      </p:cBhvr>
                                      <p:to>
                                        <p:strVal val="visible"/>
                                      </p:to>
                                    </p:set>
                                    <p:animEffect transition="in" filter="fade">
                                      <p:cBhvr>
                                        <p:cTn id="13" dur="1000"/>
                                        <p:tgtEl>
                                          <p:spTgt spid="28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5">
                                            <p:txEl>
                                              <p:pRg st="0" end="0"/>
                                            </p:txEl>
                                          </p:spTgt>
                                        </p:tgtEl>
                                        <p:attrNameLst>
                                          <p:attrName>style.visibility</p:attrName>
                                        </p:attrNameLst>
                                      </p:cBhvr>
                                      <p:to>
                                        <p:strVal val="visible"/>
                                      </p:to>
                                    </p:set>
                                    <p:animEffect transition="in" filter="fade">
                                      <p:cBhvr>
                                        <p:cTn id="18" dur="1000"/>
                                        <p:tgtEl>
                                          <p:spTgt spid="285">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90" name="Shape 290"/>
        <p:cNvGrpSpPr/>
        <p:nvPr/>
      </p:nvGrpSpPr>
      <p:grpSpPr>
        <a:xfrm>
          <a:off x="0" y="0"/>
          <a:ext cx="0" cy="0"/>
          <a:chOff x="0" y="0"/>
          <a:chExt cx="0" cy="0"/>
        </a:xfrm>
      </p:grpSpPr>
      <p:pic>
        <p:nvPicPr>
          <p:cNvPr id="291" name="Google Shape;291;p34"/>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292" name="Google Shape;292;p34"/>
          <p:cNvSpPr txBox="1"/>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panose="020B0603020202020204"/>
              <a:buNone/>
            </a:pPr>
            <a:r>
              <a:rPr lang="en-US"/>
              <a:t>RESULTS </a:t>
            </a:r>
            <a:endParaRPr lang="en-US"/>
          </a:p>
        </p:txBody>
      </p:sp>
      <p:sp>
        <p:nvSpPr>
          <p:cNvPr id="293" name="Google Shape;293;p34"/>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94" name="Google Shape;294;p34"/>
          <p:cNvSpPr txBox="1"/>
          <p:nvPr>
            <p:ph type="body" idx="1"/>
          </p:nvPr>
        </p:nvSpPr>
        <p:spPr>
          <a:xfrm>
            <a:off x="807175" y="1201625"/>
            <a:ext cx="9780600" cy="831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a:solidFill>
                  <a:schemeClr val="dk1"/>
                </a:solidFill>
                <a:latin typeface="Calibri" panose="020F0502020204030204"/>
                <a:ea typeface="Calibri" panose="020F0502020204030204"/>
                <a:cs typeface="Calibri" panose="020F0502020204030204"/>
                <a:sym typeface="Calibri" panose="020F0502020204030204"/>
              </a:rPr>
              <a:t>Across nearly all crops, </a:t>
            </a:r>
            <a:r>
              <a:rPr lang="en-US" b="1">
                <a:solidFill>
                  <a:schemeClr val="dk1"/>
                </a:solidFill>
                <a:latin typeface="Calibri" panose="020F0502020204030204"/>
                <a:ea typeface="Calibri" panose="020F0502020204030204"/>
                <a:cs typeface="Calibri" panose="020F0502020204030204"/>
                <a:sym typeface="Calibri" panose="020F0502020204030204"/>
              </a:rPr>
              <a:t>Kharif consistently delivers the highest median yield and maximum range</a:t>
            </a:r>
            <a:r>
              <a:rPr lang="en-US">
                <a:solidFill>
                  <a:schemeClr val="dk1"/>
                </a:solidFill>
                <a:latin typeface="Calibri" panose="020F0502020204030204"/>
                <a:ea typeface="Calibri" panose="020F0502020204030204"/>
                <a:cs typeface="Calibri" panose="020F0502020204030204"/>
                <a:sym typeface="Calibri" panose="020F0502020204030204"/>
              </a:rPr>
              <a:t>, while </a:t>
            </a:r>
            <a:r>
              <a:rPr lang="en-US" b="1">
                <a:solidFill>
                  <a:schemeClr val="dk1"/>
                </a:solidFill>
                <a:latin typeface="Calibri" panose="020F0502020204030204"/>
                <a:ea typeface="Calibri" panose="020F0502020204030204"/>
                <a:cs typeface="Calibri" panose="020F0502020204030204"/>
                <a:sym typeface="Calibri" panose="020F0502020204030204"/>
              </a:rPr>
              <a:t>Zaid tends to show the lowest performance</a:t>
            </a:r>
            <a:r>
              <a:rPr lang="en-US">
                <a:solidFill>
                  <a:schemeClr val="dk1"/>
                </a:solidFill>
                <a:latin typeface="Calibri" panose="020F0502020204030204"/>
                <a:ea typeface="Calibri" panose="020F0502020204030204"/>
                <a:cs typeface="Calibri" panose="020F0502020204030204"/>
                <a:sym typeface="Calibri" panose="020F0502020204030204"/>
              </a:rPr>
              <a:t>. </a:t>
            </a:r>
            <a:endParaRPr>
              <a:latin typeface="Calibri" panose="020F0502020204030204"/>
              <a:ea typeface="Calibri" panose="020F0502020204030204"/>
              <a:cs typeface="Calibri" panose="020F0502020204030204"/>
              <a:sym typeface="Calibri" panose="020F0502020204030204"/>
            </a:endParaRPr>
          </a:p>
        </p:txBody>
      </p:sp>
      <p:pic>
        <p:nvPicPr>
          <p:cNvPr id="295" name="Google Shape;295;p34"/>
          <p:cNvPicPr preferRelativeResize="0"/>
          <p:nvPr/>
        </p:nvPicPr>
        <p:blipFill>
          <a:blip r:embed="rId2"/>
          <a:stretch>
            <a:fillRect/>
          </a:stretch>
        </p:blipFill>
        <p:spPr>
          <a:xfrm>
            <a:off x="807175" y="2139400"/>
            <a:ext cx="8946926" cy="4525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anim calcmode="lin" valueType="num">
                                      <p:cBhvr additive="base">
                                        <p:cTn id="7" dur="500"/>
                                        <p:tgtEl>
                                          <p:spTgt spid="292"/>
                                        </p:tgtEl>
                                        <p:attrNameLst>
                                          <p:attrName>ppt_w</p:attrName>
                                        </p:attrNameLst>
                                      </p:cBhvr>
                                      <p:tavLst>
                                        <p:tav tm="0" fmla="">
                                          <p:val>
                                            <p:fltVal val="0"/>
                                          </p:val>
                                        </p:tav>
                                        <p:tav tm="100000" fmla="">
                                          <p:val>
                                            <p:strVal val="#ppt_w"/>
                                          </p:val>
                                        </p:tav>
                                      </p:tavLst>
                                    </p:anim>
                                    <p:anim calcmode="lin" valueType="num">
                                      <p:cBhvr additive="base">
                                        <p:cTn id="8" dur="500"/>
                                        <p:tgtEl>
                                          <p:spTgt spid="292"/>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93"/>
                                        </p:tgtEl>
                                        <p:attrNameLst>
                                          <p:attrName>style.visibility</p:attrName>
                                        </p:attrNameLst>
                                      </p:cBhvr>
                                      <p:to>
                                        <p:strVal val="visible"/>
                                      </p:to>
                                    </p:set>
                                    <p:animEffect transition="in" filter="fade">
                                      <p:cBhvr>
                                        <p:cTn id="13" dur="1000"/>
                                        <p:tgtEl>
                                          <p:spTgt spid="29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94">
                                            <p:txEl>
                                              <p:pRg st="0" end="0"/>
                                            </p:txEl>
                                          </p:spTgt>
                                        </p:tgtEl>
                                        <p:attrNameLst>
                                          <p:attrName>style.visibility</p:attrName>
                                        </p:attrNameLst>
                                      </p:cBhvr>
                                      <p:to>
                                        <p:strVal val="visible"/>
                                      </p:to>
                                    </p:set>
                                    <p:animEffect transition="in" filter="fade">
                                      <p:cBhvr>
                                        <p:cTn id="18" dur="1000"/>
                                        <p:tgtEl>
                                          <p:spTgt spid="294">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99" name="Shape 299"/>
        <p:cNvGrpSpPr/>
        <p:nvPr/>
      </p:nvGrpSpPr>
      <p:grpSpPr>
        <a:xfrm>
          <a:off x="0" y="0"/>
          <a:ext cx="0" cy="0"/>
          <a:chOff x="0" y="0"/>
          <a:chExt cx="0" cy="0"/>
        </a:xfrm>
      </p:grpSpPr>
      <p:pic>
        <p:nvPicPr>
          <p:cNvPr id="300" name="Google Shape;300;p35"/>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301" name="Google Shape;301;p35"/>
          <p:cNvSpPr txBox="1"/>
          <p:nvPr>
            <p:ph type="title"/>
          </p:nvPr>
        </p:nvSpPr>
        <p:spPr>
          <a:xfrm>
            <a:off x="675957" y="370589"/>
            <a:ext cx="4735798"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panose="020B0603020202020204"/>
              <a:buNone/>
            </a:pPr>
            <a:r>
              <a:rPr lang="en-US" sz="4000"/>
              <a:t>Future scope</a:t>
            </a:r>
            <a:endParaRPr sz="4000"/>
          </a:p>
        </p:txBody>
      </p:sp>
      <p:sp>
        <p:nvSpPr>
          <p:cNvPr id="302" name="Google Shape;302;p35"/>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303" name="Google Shape;303;p35"/>
          <p:cNvSpPr txBox="1"/>
          <p:nvPr/>
        </p:nvSpPr>
        <p:spPr>
          <a:xfrm>
            <a:off x="675948" y="1201563"/>
            <a:ext cx="8603400" cy="5008800"/>
          </a:xfrm>
          <a:prstGeom prst="rect">
            <a:avLst/>
          </a:prstGeom>
          <a:noFill/>
          <a:ln>
            <a:noFill/>
          </a:ln>
        </p:spPr>
        <p:txBody>
          <a:bodyPr spcFirstLastPara="1" wrap="square" lIns="91425" tIns="45700" rIns="91425" bIns="45700" anchor="t" anchorCtr="0">
            <a:noAutofit/>
          </a:bodyPr>
          <a:lstStyle/>
          <a:p>
            <a:pPr marL="457200" lvl="0" indent="-368300" algn="just" rtl="0">
              <a:spcBef>
                <a:spcPts val="0"/>
              </a:spcBef>
              <a:spcAft>
                <a:spcPts val="0"/>
              </a:spcAft>
              <a:buClr>
                <a:schemeClr val="dk1"/>
              </a:buClr>
              <a:buSzPts val="2200"/>
              <a:buChar char="●"/>
            </a:pPr>
            <a:r>
              <a:rPr lang="en-US" sz="2200" b="1">
                <a:solidFill>
                  <a:schemeClr val="dk1"/>
                </a:solidFill>
                <a:latin typeface="Calibri" panose="020F0502020204030204"/>
                <a:ea typeface="Calibri" panose="020F0502020204030204"/>
                <a:cs typeface="Calibri" panose="020F0502020204030204"/>
                <a:sym typeface="Calibri" panose="020F0502020204030204"/>
              </a:rPr>
              <a:t>Yield Prediction Models:</a:t>
            </a:r>
            <a:r>
              <a:rPr lang="en-US" sz="2200">
                <a:solidFill>
                  <a:schemeClr val="dk1"/>
                </a:solidFill>
                <a:latin typeface="Calibri" panose="020F0502020204030204"/>
                <a:ea typeface="Calibri" panose="020F0502020204030204"/>
                <a:cs typeface="Calibri" panose="020F0502020204030204"/>
                <a:sym typeface="Calibri" panose="020F0502020204030204"/>
              </a:rPr>
              <a:t> Build machine learning models to forecast crop yield and farm revenue based on weather and soil data.</a:t>
            </a:r>
            <a:endParaRPr sz="22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8300" algn="just" rtl="0">
              <a:spcBef>
                <a:spcPts val="0"/>
              </a:spcBef>
              <a:spcAft>
                <a:spcPts val="0"/>
              </a:spcAft>
              <a:buClr>
                <a:schemeClr val="dk1"/>
              </a:buClr>
              <a:buSzPts val="2200"/>
              <a:buChar char="●"/>
            </a:pPr>
            <a:r>
              <a:rPr lang="en-US" sz="2200" b="1">
                <a:solidFill>
                  <a:schemeClr val="dk1"/>
                </a:solidFill>
                <a:latin typeface="Calibri" panose="020F0502020204030204"/>
                <a:ea typeface="Calibri" panose="020F0502020204030204"/>
                <a:cs typeface="Calibri" panose="020F0502020204030204"/>
                <a:sym typeface="Calibri" panose="020F0502020204030204"/>
              </a:rPr>
              <a:t>Precision Irrigation:</a:t>
            </a:r>
            <a:r>
              <a:rPr lang="en-US" sz="2200">
                <a:solidFill>
                  <a:schemeClr val="dk1"/>
                </a:solidFill>
                <a:latin typeface="Calibri" panose="020F0502020204030204"/>
                <a:ea typeface="Calibri" panose="020F0502020204030204"/>
                <a:cs typeface="Calibri" panose="020F0502020204030204"/>
                <a:sym typeface="Calibri" panose="020F0502020204030204"/>
              </a:rPr>
              <a:t> Implement smart watering systems to optimize rainfall usage and maintain the ideal 600–1000 mm moisture range.</a:t>
            </a:r>
            <a:endParaRPr sz="22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8300" algn="just" rtl="0">
              <a:spcBef>
                <a:spcPts val="0"/>
              </a:spcBef>
              <a:spcAft>
                <a:spcPts val="0"/>
              </a:spcAft>
              <a:buClr>
                <a:schemeClr val="dk1"/>
              </a:buClr>
              <a:buSzPts val="2200"/>
              <a:buChar char="●"/>
            </a:pPr>
            <a:r>
              <a:rPr lang="en-US" sz="2200" b="1">
                <a:solidFill>
                  <a:schemeClr val="dk1"/>
                </a:solidFill>
                <a:latin typeface="Calibri" panose="020F0502020204030204"/>
                <a:ea typeface="Calibri" panose="020F0502020204030204"/>
                <a:cs typeface="Calibri" panose="020F0502020204030204"/>
                <a:sym typeface="Calibri" panose="020F0502020204030204"/>
              </a:rPr>
              <a:t>Zaid Season Improvement:</a:t>
            </a:r>
            <a:r>
              <a:rPr lang="en-US" sz="2200">
                <a:solidFill>
                  <a:schemeClr val="dk1"/>
                </a:solidFill>
                <a:latin typeface="Calibri" panose="020F0502020204030204"/>
                <a:ea typeface="Calibri" panose="020F0502020204030204"/>
                <a:cs typeface="Calibri" panose="020F0502020204030204"/>
                <a:sym typeface="Calibri" panose="020F0502020204030204"/>
              </a:rPr>
              <a:t> Test shade-net farming and drought-resistant crops to increase low off-season returns.</a:t>
            </a:r>
            <a:endParaRPr sz="22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8300" algn="just" rtl="0">
              <a:spcBef>
                <a:spcPts val="0"/>
              </a:spcBef>
              <a:spcAft>
                <a:spcPts val="0"/>
              </a:spcAft>
              <a:buClr>
                <a:schemeClr val="dk1"/>
              </a:buClr>
              <a:buSzPts val="2200"/>
              <a:buChar char="●"/>
            </a:pPr>
            <a:r>
              <a:rPr lang="en-US" sz="2200" b="1">
                <a:solidFill>
                  <a:schemeClr val="dk1"/>
                </a:solidFill>
                <a:latin typeface="Calibri" panose="020F0502020204030204"/>
                <a:ea typeface="Calibri" panose="020F0502020204030204"/>
                <a:cs typeface="Calibri" panose="020F0502020204030204"/>
                <a:sym typeface="Calibri" panose="020F0502020204030204"/>
              </a:rPr>
              <a:t>Smart Advisory Tools:</a:t>
            </a:r>
            <a:r>
              <a:rPr lang="en-US" sz="2200">
                <a:solidFill>
                  <a:schemeClr val="dk1"/>
                </a:solidFill>
                <a:latin typeface="Calibri" panose="020F0502020204030204"/>
                <a:ea typeface="Calibri" panose="020F0502020204030204"/>
                <a:cs typeface="Calibri" panose="020F0502020204030204"/>
                <a:sym typeface="Calibri" panose="020F0502020204030204"/>
              </a:rPr>
              <a:t> Develop mobile apps providing real-time seasonal and crop recommendation guides for farmers.</a:t>
            </a:r>
            <a:endParaRPr sz="22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8300" algn="just" rtl="0">
              <a:spcBef>
                <a:spcPts val="0"/>
              </a:spcBef>
              <a:spcAft>
                <a:spcPts val="0"/>
              </a:spcAft>
              <a:buClr>
                <a:schemeClr val="dk1"/>
              </a:buClr>
              <a:buSzPts val="2200"/>
              <a:buChar char="●"/>
            </a:pPr>
            <a:r>
              <a:rPr lang="en-US" sz="2200" b="1">
                <a:solidFill>
                  <a:schemeClr val="dk1"/>
                </a:solidFill>
                <a:latin typeface="Calibri" panose="020F0502020204030204"/>
                <a:ea typeface="Calibri" panose="020F0502020204030204"/>
                <a:cs typeface="Calibri" panose="020F0502020204030204"/>
                <a:sym typeface="Calibri" panose="020F0502020204030204"/>
              </a:rPr>
              <a:t>Targeted Financial Support:</a:t>
            </a:r>
            <a:r>
              <a:rPr lang="en-US" sz="2200">
                <a:solidFill>
                  <a:schemeClr val="dk1"/>
                </a:solidFill>
                <a:latin typeface="Calibri" panose="020F0502020204030204"/>
                <a:ea typeface="Calibri" panose="020F0502020204030204"/>
                <a:cs typeface="Calibri" panose="020F0502020204030204"/>
                <a:sym typeface="Calibri" panose="020F0502020204030204"/>
              </a:rPr>
              <a:t> Create data-driven risk models to help banks and governments offer tailored crop insurance and loans.</a:t>
            </a:r>
            <a:endParaRPr sz="22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anim calcmode="lin" valueType="num">
                                      <p:cBhvr additive="base">
                                        <p:cTn id="7" dur="500"/>
                                        <p:tgtEl>
                                          <p:spTgt spid="301"/>
                                        </p:tgtEl>
                                        <p:attrNameLst>
                                          <p:attrName>ppt_w</p:attrName>
                                        </p:attrNameLst>
                                      </p:cBhvr>
                                      <p:tavLst>
                                        <p:tav tm="0" fmla="">
                                          <p:val>
                                            <p:fltVal val="0"/>
                                          </p:val>
                                        </p:tav>
                                        <p:tav tm="100000" fmla="">
                                          <p:val>
                                            <p:strVal val="#ppt_w"/>
                                          </p:val>
                                        </p:tav>
                                      </p:tavLst>
                                    </p:anim>
                                    <p:anim calcmode="lin" valueType="num">
                                      <p:cBhvr additive="base">
                                        <p:cTn id="8" dur="500"/>
                                        <p:tgtEl>
                                          <p:spTgt spid="301"/>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2"/>
                                        </p:tgtEl>
                                        <p:attrNameLst>
                                          <p:attrName>style.visibility</p:attrName>
                                        </p:attrNameLst>
                                      </p:cBhvr>
                                      <p:to>
                                        <p:strVal val="visible"/>
                                      </p:to>
                                    </p:set>
                                    <p:animEffect transition="in" filter="fade">
                                      <p:cBhvr>
                                        <p:cTn id="13" dur="1000"/>
                                        <p:tgtEl>
                                          <p:spTgt spid="30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3"/>
                                        </p:tgtEl>
                                        <p:attrNameLst>
                                          <p:attrName>style.visibility</p:attrName>
                                        </p:attrNameLst>
                                      </p:cBhvr>
                                      <p:to>
                                        <p:strVal val="visible"/>
                                      </p:to>
                                    </p:set>
                                    <p:animEffect transition="in" filter="fade">
                                      <p:cBhvr>
                                        <p:cTn id="18" dur="10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07" name="Shape 307"/>
        <p:cNvGrpSpPr/>
        <p:nvPr/>
      </p:nvGrpSpPr>
      <p:grpSpPr>
        <a:xfrm>
          <a:off x="0" y="0"/>
          <a:ext cx="0" cy="0"/>
          <a:chOff x="0" y="0"/>
          <a:chExt cx="0" cy="0"/>
        </a:xfrm>
      </p:grpSpPr>
      <p:pic>
        <p:nvPicPr>
          <p:cNvPr id="308" name="Google Shape;308;p36"/>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309" name="Google Shape;309;p36"/>
          <p:cNvSpPr txBox="1"/>
          <p:nvPr>
            <p:ph type="title"/>
          </p:nvPr>
        </p:nvSpPr>
        <p:spPr>
          <a:xfrm>
            <a:off x="675957" y="370589"/>
            <a:ext cx="4735798"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panose="020B0603020202020204"/>
              <a:buNone/>
            </a:pPr>
            <a:r>
              <a:rPr lang="en-US" sz="4000"/>
              <a:t>GitHub Link</a:t>
            </a:r>
            <a:endParaRPr sz="4000"/>
          </a:p>
        </p:txBody>
      </p:sp>
      <p:sp>
        <p:nvSpPr>
          <p:cNvPr id="310" name="Google Shape;310;p36"/>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311" name="Google Shape;311;p36"/>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312" name="Google Shape;312;p36"/>
          <p:cNvSpPr txBox="1"/>
          <p:nvPr/>
        </p:nvSpPr>
        <p:spPr>
          <a:xfrm>
            <a:off x="413145" y="2428800"/>
            <a:ext cx="8838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latin typeface="Calibri" panose="020F0502020204030204"/>
                <a:ea typeface="Calibri" panose="020F0502020204030204"/>
                <a:cs typeface="Calibri" panose="020F0502020204030204"/>
                <a:sym typeface="Calibri" panose="020F0502020204030204"/>
              </a:rPr>
              <a:t>https://github.com/aswinis1/Seasonal-Agriculture-Performance-Analysis.git</a:t>
            </a:r>
            <a:endParaRPr sz="2000">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9"/>
                                        </p:tgtEl>
                                        <p:attrNameLst>
                                          <p:attrName>style.visibility</p:attrName>
                                        </p:attrNameLst>
                                      </p:cBhvr>
                                      <p:to>
                                        <p:strVal val="visible"/>
                                      </p:to>
                                    </p:set>
                                    <p:anim calcmode="lin" valueType="num">
                                      <p:cBhvr additive="base">
                                        <p:cTn id="7" dur="500"/>
                                        <p:tgtEl>
                                          <p:spTgt spid="309"/>
                                        </p:tgtEl>
                                        <p:attrNameLst>
                                          <p:attrName>ppt_w</p:attrName>
                                        </p:attrNameLst>
                                      </p:cBhvr>
                                      <p:tavLst>
                                        <p:tav tm="0" fmla="">
                                          <p:val>
                                            <p:fltVal val="0"/>
                                          </p:val>
                                        </p:tav>
                                        <p:tav tm="100000" fmla="">
                                          <p:val>
                                            <p:strVal val="#ppt_w"/>
                                          </p:val>
                                        </p:tav>
                                      </p:tavLst>
                                    </p:anim>
                                    <p:anim calcmode="lin" valueType="num">
                                      <p:cBhvr additive="base">
                                        <p:cTn id="8" dur="500"/>
                                        <p:tgtEl>
                                          <p:spTgt spid="309"/>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0"/>
                                        </p:tgtEl>
                                        <p:attrNameLst>
                                          <p:attrName>style.visibility</p:attrName>
                                        </p:attrNameLst>
                                      </p:cBhvr>
                                      <p:to>
                                        <p:strVal val="visible"/>
                                      </p:to>
                                    </p:set>
                                    <p:animEffect transition="in" filter="fade">
                                      <p:cBhvr>
                                        <p:cTn id="13" dur="1000"/>
                                        <p:tgtEl>
                                          <p:spTgt spid="3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1"/>
                                        </p:tgtEl>
                                        <p:attrNameLst>
                                          <p:attrName>style.visibility</p:attrName>
                                        </p:attrNameLst>
                                      </p:cBhvr>
                                      <p:to>
                                        <p:strVal val="visible"/>
                                      </p:to>
                                    </p:set>
                                    <p:animEffect transition="in" filter="fade">
                                      <p:cBhvr>
                                        <p:cTn id="18" dur="10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16" name="Shape 316"/>
        <p:cNvGrpSpPr/>
        <p:nvPr/>
      </p:nvGrpSpPr>
      <p:grpSpPr>
        <a:xfrm>
          <a:off x="0" y="0"/>
          <a:ext cx="0" cy="0"/>
          <a:chOff x="0" y="0"/>
          <a:chExt cx="0" cy="0"/>
        </a:xfrm>
      </p:grpSpPr>
      <p:pic>
        <p:nvPicPr>
          <p:cNvPr id="317" name="Google Shape;317;p37"/>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
        <p:nvSpPr>
          <p:cNvPr id="318" name="Google Shape;318;p37"/>
          <p:cNvSpPr txBox="1"/>
          <p:nvPr>
            <p:ph type="title"/>
          </p:nvPr>
        </p:nvSpPr>
        <p:spPr>
          <a:xfrm>
            <a:off x="675957" y="370589"/>
            <a:ext cx="8351388" cy="884658"/>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panose="020B0603020202020204"/>
              <a:buNone/>
            </a:pPr>
            <a:r>
              <a:rPr lang="en-US" sz="3200"/>
              <a:t>VOIS Course completion certificate - </a:t>
            </a:r>
            <a:br>
              <a:rPr lang="en-US" sz="3200"/>
            </a:br>
            <a:r>
              <a:rPr lang="en-US" sz="3200"/>
              <a:t>Course name- Data Visualization </a:t>
            </a:r>
            <a:endParaRPr sz="3200"/>
          </a:p>
        </p:txBody>
      </p:sp>
      <p:sp>
        <p:nvSpPr>
          <p:cNvPr id="319" name="Google Shape;319;p37"/>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320" name="Google Shape;320;p37"/>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321" name="Google Shape;321;p37"/>
          <p:cNvPicPr preferRelativeResize="0"/>
          <p:nvPr/>
        </p:nvPicPr>
        <p:blipFill>
          <a:blip r:embed="rId2"/>
          <a:stretch>
            <a:fillRect/>
          </a:stretch>
        </p:blipFill>
        <p:spPr>
          <a:xfrm>
            <a:off x="1188082" y="1557724"/>
            <a:ext cx="6501180" cy="46117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 calcmode="lin" valueType="num">
                                      <p:cBhvr additive="base">
                                        <p:cTn id="7" dur="500"/>
                                        <p:tgtEl>
                                          <p:spTgt spid="318"/>
                                        </p:tgtEl>
                                        <p:attrNameLst>
                                          <p:attrName>ppt_w</p:attrName>
                                        </p:attrNameLst>
                                      </p:cBhvr>
                                      <p:tavLst>
                                        <p:tav tm="0" fmla="">
                                          <p:val>
                                            <p:fltVal val="0"/>
                                          </p:val>
                                        </p:tav>
                                        <p:tav tm="100000" fmla="">
                                          <p:val>
                                            <p:strVal val="#ppt_w"/>
                                          </p:val>
                                        </p:tav>
                                      </p:tavLst>
                                    </p:anim>
                                    <p:anim calcmode="lin" valueType="num">
                                      <p:cBhvr additive="base">
                                        <p:cTn id="8" dur="500"/>
                                        <p:tgtEl>
                                          <p:spTgt spid="318"/>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9"/>
                                        </p:tgtEl>
                                        <p:attrNameLst>
                                          <p:attrName>style.visibility</p:attrName>
                                        </p:attrNameLst>
                                      </p:cBhvr>
                                      <p:to>
                                        <p:strVal val="visible"/>
                                      </p:to>
                                    </p:set>
                                    <p:animEffect transition="in" filter="fade">
                                      <p:cBhvr>
                                        <p:cTn id="13" dur="1000"/>
                                        <p:tgtEl>
                                          <p:spTgt spid="3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0"/>
                                        </p:tgtEl>
                                        <p:attrNameLst>
                                          <p:attrName>style.visibility</p:attrName>
                                        </p:attrNameLst>
                                      </p:cBhvr>
                                      <p:to>
                                        <p:strVal val="visible"/>
                                      </p:to>
                                    </p:set>
                                    <p:animEffect transition="in" filter="fade">
                                      <p:cBhvr>
                                        <p:cTn id="18" dur="10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432000" y="647700"/>
            <a:ext cx="11340000" cy="70011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rebuchet MS" panose="020B0603020202020204"/>
              <a:buNone/>
            </a:pPr>
            <a:r>
              <a:rPr lang="en-US" sz="4800" b="1">
                <a:solidFill>
                  <a:schemeClr val="dk1"/>
                </a:solidFill>
              </a:rPr>
              <a:t>Thank you</a:t>
            </a:r>
            <a:endParaRPr sz="4800" b="1">
              <a:solidFill>
                <a:schemeClr val="dk1"/>
              </a:solidFill>
            </a:endParaRPr>
          </a:p>
        </p:txBody>
      </p:sp>
      <p:sp>
        <p:nvSpPr>
          <p:cNvPr id="327" name="Google Shape;327;p38"/>
          <p:cNvSpPr txBox="1"/>
          <p:nvPr>
            <p:ph type="body" idx="8"/>
          </p:nvPr>
        </p:nvSpPr>
        <p:spPr>
          <a:xfrm>
            <a:off x="3727865" y="4641925"/>
            <a:ext cx="2139695" cy="1108635"/>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280"/>
              <a:buNone/>
            </a:pPr>
            <a:r>
              <a:rPr lang="en-US"/>
              <a:t>.</a:t>
            </a:r>
            <a:endParaRPr lang="en-US"/>
          </a:p>
        </p:txBody>
      </p:sp>
      <p:sp>
        <p:nvSpPr>
          <p:cNvPr id="328" name="Google Shape;328;p38"/>
          <p:cNvSpPr txBox="1"/>
          <p:nvPr/>
        </p:nvSpPr>
        <p:spPr>
          <a:xfrm>
            <a:off x="878337" y="4134780"/>
            <a:ext cx="2596574" cy="453919"/>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chemeClr val="accent1"/>
              </a:buClr>
              <a:buSzPts val="1920"/>
              <a:buFont typeface="Noto Sans Symbols"/>
              <a:buNone/>
            </a:pPr>
            <a:endParaRPr sz="2400" b="1">
              <a:solidFill>
                <a:schemeClr val="accent4"/>
              </a:solidFill>
              <a:latin typeface="Trebuchet MS" panose="020B0603020202020204"/>
              <a:ea typeface="Trebuchet MS" panose="020B0603020202020204"/>
              <a:cs typeface="Trebuchet MS" panose="020B0603020202020204"/>
              <a:sym typeface="Trebuchet MS" panose="020B0603020202020204"/>
            </a:endParaRPr>
          </a:p>
        </p:txBody>
      </p:sp>
      <p:sp>
        <p:nvSpPr>
          <p:cNvPr id="329" name="Google Shape;329;p38"/>
          <p:cNvSpPr txBox="1"/>
          <p:nvPr/>
        </p:nvSpPr>
        <p:spPr>
          <a:xfrm>
            <a:off x="5353508" y="3962573"/>
            <a:ext cx="2596574" cy="453919"/>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panose="020B0603020202020204"/>
              <a:ea typeface="Trebuchet MS" panose="020B0603020202020204"/>
              <a:cs typeface="Trebuchet MS" panose="020B0603020202020204"/>
              <a:sym typeface="Trebuchet MS" panose="020B0603020202020204"/>
            </a:endParaRPr>
          </a:p>
        </p:txBody>
      </p:sp>
      <p:sp>
        <p:nvSpPr>
          <p:cNvPr id="330" name="Google Shape;330;p38"/>
          <p:cNvSpPr txBox="1"/>
          <p:nvPr/>
        </p:nvSpPr>
        <p:spPr>
          <a:xfrm>
            <a:off x="7789163" y="3962572"/>
            <a:ext cx="2596574" cy="453919"/>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panose="020B0603020202020204"/>
              <a:ea typeface="Trebuchet MS" panose="020B0603020202020204"/>
              <a:cs typeface="Trebuchet MS" panose="020B0603020202020204"/>
              <a:sym typeface="Trebuchet MS" panose="020B0603020202020204"/>
            </a:endParaRPr>
          </a:p>
        </p:txBody>
      </p:sp>
      <p:sp>
        <p:nvSpPr>
          <p:cNvPr id="331" name="Google Shape;331;p38"/>
          <p:cNvSpPr txBox="1"/>
          <p:nvPr/>
        </p:nvSpPr>
        <p:spPr>
          <a:xfrm>
            <a:off x="6096000" y="4641925"/>
            <a:ext cx="2139695" cy="1108635"/>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endParaRPr sz="16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332" name="Google Shape;332;p38"/>
          <p:cNvSpPr txBox="1"/>
          <p:nvPr/>
        </p:nvSpPr>
        <p:spPr>
          <a:xfrm>
            <a:off x="8591363" y="4641925"/>
            <a:ext cx="2139695" cy="1108635"/>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r>
              <a:rPr lang="en-US" sz="1600">
                <a:solidFill>
                  <a:schemeClr val="dk1"/>
                </a:solidFill>
                <a:latin typeface="Trebuchet MS" panose="020B0603020202020204"/>
                <a:ea typeface="Trebuchet MS" panose="020B0603020202020204"/>
                <a:cs typeface="Trebuchet MS" panose="020B0603020202020204"/>
                <a:sym typeface="Trebuchet MS" panose="020B0603020202020204"/>
              </a:rPr>
              <a:t>.</a:t>
            </a:r>
            <a:endParaRPr sz="16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333" name="Google Shape;333;p38"/>
          <p:cNvPicPr preferRelativeResize="0"/>
          <p:nvPr/>
        </p:nvPicPr>
        <p:blipFill rotWithShape="1">
          <a:blip r:embed="rId1"/>
          <a:srcRect t="96181"/>
          <a:stretch>
            <a:fillRect/>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anim calcmode="lin" valueType="num">
                                      <p:cBhvr additive="base">
                                        <p:cTn id="7" dur="500"/>
                                        <p:tgtEl>
                                          <p:spTgt spid="326"/>
                                        </p:tgtEl>
                                        <p:attrNameLst>
                                          <p:attrName>ppt_w</p:attrName>
                                        </p:attrNameLst>
                                      </p:cBhvr>
                                      <p:tavLst>
                                        <p:tav tm="0" fmla="">
                                          <p:val>
                                            <p:fltVal val="0"/>
                                          </p:val>
                                        </p:tav>
                                        <p:tav tm="100000" fmla="">
                                          <p:val>
                                            <p:strVal val="#ppt_w"/>
                                          </p:val>
                                        </p:tav>
                                      </p:tavLst>
                                    </p:anim>
                                    <p:anim calcmode="lin" valueType="num">
                                      <p:cBhvr additive="base">
                                        <p:cTn id="8" dur="500"/>
                                        <p:tgtEl>
                                          <p:spTgt spid="326"/>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28"/>
                                        </p:tgtEl>
                                        <p:attrNameLst>
                                          <p:attrName>style.visibility</p:attrName>
                                        </p:attrNameLst>
                                      </p:cBhvr>
                                      <p:to>
                                        <p:strVal val="visible"/>
                                      </p:to>
                                    </p:set>
                                    <p:animEffect transition="in" filter="fade">
                                      <p:cBhvr>
                                        <p:cTn id="13" dur="500"/>
                                        <p:tgtEl>
                                          <p:spTgt spid="3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7">
                                            <p:txEl>
                                              <p:pRg st="0" end="0"/>
                                            </p:txEl>
                                          </p:spTgt>
                                        </p:tgtEl>
                                        <p:attrNameLst>
                                          <p:attrName>style.visibility</p:attrName>
                                        </p:attrNameLst>
                                      </p:cBhvr>
                                      <p:to>
                                        <p:strVal val="visible"/>
                                      </p:to>
                                    </p:set>
                                    <p:animEffect transition="in" filter="fade">
                                      <p:cBhvr>
                                        <p:cTn id="18" dur="500"/>
                                        <p:tgtEl>
                                          <p:spTgt spid="32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9"/>
                                        </p:tgtEl>
                                        <p:attrNameLst>
                                          <p:attrName>style.visibility</p:attrName>
                                        </p:attrNameLst>
                                      </p:cBhvr>
                                      <p:to>
                                        <p:strVal val="visible"/>
                                      </p:to>
                                    </p:set>
                                    <p:animEffect transition="in" filter="fade">
                                      <p:cBhvr>
                                        <p:cTn id="23" dur="500"/>
                                        <p:tgtEl>
                                          <p:spTgt spid="32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31"/>
                                        </p:tgtEl>
                                        <p:attrNameLst>
                                          <p:attrName>style.visibility</p:attrName>
                                        </p:attrNameLst>
                                      </p:cBhvr>
                                      <p:to>
                                        <p:strVal val="visible"/>
                                      </p:to>
                                    </p:set>
                                    <p:animEffect transition="in" filter="fade">
                                      <p:cBhvr>
                                        <p:cTn id="28" dur="500"/>
                                        <p:tgtEl>
                                          <p:spTgt spid="33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30"/>
                                        </p:tgtEl>
                                        <p:attrNameLst>
                                          <p:attrName>style.visibility</p:attrName>
                                        </p:attrNameLst>
                                      </p:cBhvr>
                                      <p:to>
                                        <p:strVal val="visible"/>
                                      </p:to>
                                    </p:set>
                                    <p:animEffect transition="in" filter="fade">
                                      <p:cBhvr>
                                        <p:cTn id="33" dur="500"/>
                                        <p:tgtEl>
                                          <p:spTgt spid="33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32"/>
                                        </p:tgtEl>
                                        <p:attrNameLst>
                                          <p:attrName>style.visibility</p:attrName>
                                        </p:attrNameLst>
                                      </p:cBhvr>
                                      <p:to>
                                        <p:strVal val="visible"/>
                                      </p:to>
                                    </p:set>
                                    <p:animEffect transition="in" filter="fade">
                                      <p:cBhvr>
                                        <p:cTn id="38" dur="5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3287</Words>
  <Application>WPS Presentation</Application>
  <PresentationFormat/>
  <Paragraphs>81</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Arial</vt:lpstr>
      <vt:lpstr>Trebuchet MS</vt:lpstr>
      <vt:lpstr>Noto Sans Symbols</vt:lpstr>
      <vt:lpstr>Segoe Print</vt:lpstr>
      <vt:lpstr>Calibri</vt:lpstr>
      <vt:lpstr>Microsoft YaHei</vt:lpstr>
      <vt:lpstr>Arial Unicode MS</vt:lpstr>
      <vt:lpstr>Facet</vt:lpstr>
      <vt:lpstr>Project Title - Seasonal Agriculture Performance Analysis</vt:lpstr>
      <vt:lpstr>PROBLEM  STATEMENT</vt:lpstr>
      <vt:lpstr>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 Seasonal Agriculture Performance Analysis</dc:title>
  <dc:creator/>
  <cp:lastModifiedBy>MURALI KRISHNA_2</cp:lastModifiedBy>
  <cp:revision>2</cp:revision>
  <dcterms:created xsi:type="dcterms:W3CDTF">2026-09-08T18:05:00Z</dcterms:created>
  <dcterms:modified xsi:type="dcterms:W3CDTF">2026-09-10T16:09:23Z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B4A600B6898B4373AAA2A782FA9F7A53_12</vt:lpwstr>
  </property>
</Properties>
</file>