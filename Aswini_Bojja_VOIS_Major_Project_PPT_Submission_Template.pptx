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68">
          <p15:clr>
            <a:srgbClr val="A4A3A4"/>
          </p15:clr>
        </p15:guide>
        <p15:guide id="2" pos="408">
          <p15:clr>
            <a:srgbClr val="A4A3A4"/>
          </p15:clr>
        </p15:guide>
        <p15:guide id="3" orient="horz" pos="3912">
          <p15:clr>
            <a:srgbClr val="A4A3A4"/>
          </p15:clr>
        </p15:guide>
        <p15:guide id="4" pos="7272">
          <p15:clr>
            <a:srgbClr val="A4A3A4"/>
          </p15:clr>
        </p15:guide>
        <p15:guide id="5" orient="horz" pos="16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68" orient="horz"/>
        <p:guide pos="408"/>
        <p:guide pos="3912" orient="horz"/>
        <p:guide pos="7272"/>
        <p:guide pos="1656"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5" name="Google Shape;195;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1" name="Google Shape;21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9" name="Google Shape;2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7" name="Google Shape;22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5" name="Google Shape;235;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5" name="Google Shape;24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2" name="Google Shape;26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1" name="Google Shape;2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fa553cc730_0_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0" name="Google Shape;280;g3fa553cc730_0_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fa553cc730_0_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9" name="Google Shape;289;g3fa553cc730_0_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8" name="Google Shape;29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6" name="Google Shape;306;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5" name="Google Shape;31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4" name="Google Shape;32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Quote">
    <p:spTree>
      <p:nvGrpSpPr>
        <p:cNvPr id="29" name="Shape 29"/>
        <p:cNvGrpSpPr/>
        <p:nvPr/>
      </p:nvGrpSpPr>
      <p:grpSpPr>
        <a:xfrm>
          <a:off x="0" y="0"/>
          <a:ext cx="0" cy="0"/>
          <a:chOff x="0" y="0"/>
          <a:chExt cx="0" cy="0"/>
        </a:xfrm>
      </p:grpSpPr>
      <p:sp>
        <p:nvSpPr>
          <p:cNvPr id="30" name="Google Shape;30;p2"/>
          <p:cNvSpPr txBox="1"/>
          <p:nvPr>
            <p:ph idx="1" type="body"/>
          </p:nvPr>
        </p:nvSpPr>
        <p:spPr>
          <a:xfrm>
            <a:off x="6312871" y="4141999"/>
            <a:ext cx="4220845" cy="861497"/>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600"/>
              <a:buNone/>
              <a:defRPr b="1" sz="2000">
                <a:solidFill>
                  <a:schemeClr val="accent4"/>
                </a:solidFill>
                <a:latin typeface="Trebuchet MS"/>
                <a:ea typeface="Trebuchet MS"/>
                <a:cs typeface="Trebuchet MS"/>
                <a:sym typeface="Trebuchet MS"/>
              </a:defRPr>
            </a:lvl1pPr>
            <a:lvl2pPr indent="-228600" lvl="1" marL="914400" algn="l">
              <a:spcBef>
                <a:spcPts val="1000"/>
              </a:spcBef>
              <a:spcAft>
                <a:spcPts val="0"/>
              </a:spcAft>
              <a:buSzPts val="1600"/>
              <a:buNone/>
              <a:defRPr sz="2000"/>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31" name="Google Shape;31;p2"/>
          <p:cNvSpPr/>
          <p:nvPr/>
        </p:nvSpPr>
        <p:spPr>
          <a:xfrm>
            <a:off x="740309" y="1382809"/>
            <a:ext cx="1229566" cy="1059971"/>
          </a:xfrm>
          <a:prstGeom prst="hexagon">
            <a:avLst>
              <a:gd fmla="val 25000" name="adj"/>
              <a:gd fmla="val 115470" name="vf"/>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Trebuchet MS"/>
              <a:ea typeface="Trebuchet MS"/>
              <a:cs typeface="Trebuchet MS"/>
              <a:sym typeface="Trebuchet MS"/>
            </a:endParaRPr>
          </a:p>
        </p:txBody>
      </p:sp>
      <p:sp>
        <p:nvSpPr>
          <p:cNvPr id="32" name="Google Shape;32;p2"/>
          <p:cNvSpPr/>
          <p:nvPr/>
        </p:nvSpPr>
        <p:spPr>
          <a:xfrm>
            <a:off x="3755031" y="1194620"/>
            <a:ext cx="1666162" cy="1436347"/>
          </a:xfrm>
          <a:prstGeom prst="hexagon">
            <a:avLst>
              <a:gd fmla="val 25000" name="adj"/>
              <a:gd fmla="val 115470" name="vf"/>
            </a:avLst>
          </a:prstGeom>
          <a:solidFill>
            <a:schemeClr val="accent3"/>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Trebuchet MS"/>
              <a:ea typeface="Trebuchet MS"/>
              <a:cs typeface="Trebuchet MS"/>
              <a:sym typeface="Trebuchet MS"/>
            </a:endParaRPr>
          </a:p>
        </p:txBody>
      </p:sp>
      <p:sp>
        <p:nvSpPr>
          <p:cNvPr id="33" name="Google Shape;33;p2"/>
          <p:cNvSpPr/>
          <p:nvPr/>
        </p:nvSpPr>
        <p:spPr>
          <a:xfrm>
            <a:off x="3804994" y="5233183"/>
            <a:ext cx="718261" cy="619191"/>
          </a:xfrm>
          <a:prstGeom prst="hexagon">
            <a:avLst>
              <a:gd fmla="val 25000" name="adj"/>
              <a:gd fmla="val 115470" name="vf"/>
            </a:avLst>
          </a:prstGeom>
          <a:solidFill>
            <a:schemeClr val="accent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Trebuchet MS"/>
              <a:ea typeface="Trebuchet MS"/>
              <a:cs typeface="Trebuchet MS"/>
              <a:sym typeface="Trebuchet MS"/>
            </a:endParaRPr>
          </a:p>
        </p:txBody>
      </p:sp>
      <p:sp>
        <p:nvSpPr>
          <p:cNvPr id="34" name="Google Shape;34;p2"/>
          <p:cNvSpPr/>
          <p:nvPr/>
        </p:nvSpPr>
        <p:spPr>
          <a:xfrm>
            <a:off x="1837838" y="1101306"/>
            <a:ext cx="651613" cy="561736"/>
          </a:xfrm>
          <a:prstGeom prst="hexagon">
            <a:avLst>
              <a:gd fmla="val 25000" name="adj"/>
              <a:gd fmla="val 115470" name="vf"/>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Trebuchet MS"/>
              <a:ea typeface="Trebuchet MS"/>
              <a:cs typeface="Trebuchet MS"/>
              <a:sym typeface="Trebuchet MS"/>
            </a:endParaRPr>
          </a:p>
        </p:txBody>
      </p:sp>
      <p:sp>
        <p:nvSpPr>
          <p:cNvPr id="35" name="Google Shape;35;p2"/>
          <p:cNvSpPr/>
          <p:nvPr>
            <p:ph idx="2" type="pic"/>
          </p:nvPr>
        </p:nvSpPr>
        <p:spPr>
          <a:xfrm>
            <a:off x="1571515" y="1914044"/>
            <a:ext cx="3993624" cy="3617848"/>
          </a:xfrm>
          <a:prstGeom prst="rect">
            <a:avLst/>
          </a:prstGeom>
          <a:noFill/>
          <a:ln>
            <a:noFill/>
          </a:ln>
        </p:spPr>
      </p:sp>
      <p:sp>
        <p:nvSpPr>
          <p:cNvPr id="36" name="Google Shape;36;p2"/>
          <p:cNvSpPr txBox="1"/>
          <p:nvPr>
            <p:ph type="title"/>
          </p:nvPr>
        </p:nvSpPr>
        <p:spPr>
          <a:xfrm>
            <a:off x="6312871" y="2050552"/>
            <a:ext cx="4998720" cy="1748983"/>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2800"/>
              <a:buFont typeface="Trebuchet MS"/>
              <a:buNone/>
              <a:defRPr sz="2800">
                <a:solidFill>
                  <a:schemeClr val="dk1"/>
                </a:solidFill>
                <a:latin typeface="Trebuchet MS"/>
                <a:ea typeface="Trebuchet MS"/>
                <a:cs typeface="Trebuchet MS"/>
                <a:sym typeface="Trebuchet MS"/>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7" name="Shape 37"/>
        <p:cNvGrpSpPr/>
        <p:nvPr/>
      </p:nvGrpSpPr>
      <p:grpSpPr>
        <a:xfrm>
          <a:off x="0" y="0"/>
          <a:ext cx="0" cy="0"/>
          <a:chOff x="0" y="0"/>
          <a:chExt cx="0" cy="0"/>
        </a:xfrm>
      </p:grpSpPr>
      <p:sp>
        <p:nvSpPr>
          <p:cNvPr id="38" name="Google Shape;38;p3"/>
          <p:cNvSpPr txBox="1"/>
          <p:nvPr>
            <p:ph idx="1" type="body"/>
          </p:nvPr>
        </p:nvSpPr>
        <p:spPr>
          <a:xfrm>
            <a:off x="660400" y="2044700"/>
            <a:ext cx="4275138" cy="3560763"/>
          </a:xfrm>
          <a:prstGeom prst="rect">
            <a:avLst/>
          </a:prstGeom>
          <a:noFill/>
          <a:ln>
            <a:noFill/>
          </a:ln>
        </p:spPr>
        <p:txBody>
          <a:bodyPr anchorCtr="0" anchor="t" bIns="45700" lIns="91425" spcFirstLastPara="1" rIns="91425" wrap="square" tIns="45700">
            <a:normAutofit/>
          </a:bodyPr>
          <a:lstStyle>
            <a:lvl1pPr indent="-330200" lvl="0" marL="457200" algn="l">
              <a:spcBef>
                <a:spcPts val="1000"/>
              </a:spcBef>
              <a:spcAft>
                <a:spcPts val="0"/>
              </a:spcAft>
              <a:buClr>
                <a:schemeClr val="accent4"/>
              </a:buClr>
              <a:buSzPts val="1600"/>
              <a:buFont typeface="Noto Sans Symbols"/>
              <a:buChar char="▪"/>
              <a:defRPr sz="2000"/>
            </a:lvl1pPr>
            <a:lvl2pPr indent="-320040" lvl="1" marL="914400" algn="l">
              <a:spcBef>
                <a:spcPts val="1000"/>
              </a:spcBef>
              <a:spcAft>
                <a:spcPts val="0"/>
              </a:spcAft>
              <a:buClr>
                <a:schemeClr val="accent4"/>
              </a:buClr>
              <a:buSzPts val="1440"/>
              <a:buFont typeface="Noto Sans Symbols"/>
              <a:buChar char="▪"/>
              <a:defRPr sz="1800"/>
            </a:lvl2pPr>
            <a:lvl3pPr indent="-309880" lvl="2" marL="1371600" algn="l">
              <a:spcBef>
                <a:spcPts val="1000"/>
              </a:spcBef>
              <a:spcAft>
                <a:spcPts val="0"/>
              </a:spcAft>
              <a:buClr>
                <a:schemeClr val="accent4"/>
              </a:buClr>
              <a:buSzPts val="1280"/>
              <a:buFont typeface="Noto Sans Symbols"/>
              <a:buChar char="▪"/>
              <a:defRPr sz="1600"/>
            </a:lvl3pPr>
            <a:lvl4pPr indent="-309880" lvl="3" marL="1828800" algn="l">
              <a:spcBef>
                <a:spcPts val="1000"/>
              </a:spcBef>
              <a:spcAft>
                <a:spcPts val="0"/>
              </a:spcAft>
              <a:buClr>
                <a:schemeClr val="accent4"/>
              </a:buClr>
              <a:buSzPts val="1280"/>
              <a:buFont typeface="Noto Sans Symbols"/>
              <a:buChar char="▪"/>
              <a:defRPr sz="1600"/>
            </a:lvl4pPr>
            <a:lvl5pPr indent="-309880" lvl="4" marL="2286000" algn="l">
              <a:spcBef>
                <a:spcPts val="1000"/>
              </a:spcBef>
              <a:spcAft>
                <a:spcPts val="0"/>
              </a:spcAft>
              <a:buClr>
                <a:schemeClr val="accent4"/>
              </a:buClr>
              <a:buSzPts val="1280"/>
              <a:buFont typeface="Noto Sans Symbols"/>
              <a:buChar char="▪"/>
              <a:defRPr sz="1600"/>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39" name="Google Shape;39;p3"/>
          <p:cNvSpPr/>
          <p:nvPr/>
        </p:nvSpPr>
        <p:spPr>
          <a:xfrm>
            <a:off x="9354457" y="5363987"/>
            <a:ext cx="457200" cy="457200"/>
          </a:xfrm>
          <a:prstGeom prst="rect">
            <a:avLst/>
          </a:prstGeom>
          <a:solidFill>
            <a:schemeClr val="accent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Trebuchet MS"/>
              <a:ea typeface="Trebuchet MS"/>
              <a:cs typeface="Trebuchet MS"/>
              <a:sym typeface="Trebuchet MS"/>
            </a:endParaRPr>
          </a:p>
        </p:txBody>
      </p:sp>
      <p:sp>
        <p:nvSpPr>
          <p:cNvPr id="40" name="Google Shape;40;p3"/>
          <p:cNvSpPr/>
          <p:nvPr/>
        </p:nvSpPr>
        <p:spPr>
          <a:xfrm>
            <a:off x="6692791" y="1699889"/>
            <a:ext cx="319749" cy="319749"/>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Trebuchet MS"/>
              <a:ea typeface="Trebuchet MS"/>
              <a:cs typeface="Trebuchet MS"/>
              <a:sym typeface="Trebuchet MS"/>
            </a:endParaRPr>
          </a:p>
        </p:txBody>
      </p:sp>
      <p:sp>
        <p:nvSpPr>
          <p:cNvPr id="41" name="Google Shape;41;p3"/>
          <p:cNvSpPr/>
          <p:nvPr/>
        </p:nvSpPr>
        <p:spPr>
          <a:xfrm>
            <a:off x="9354457" y="5897738"/>
            <a:ext cx="179977" cy="179977"/>
          </a:xfrm>
          <a:prstGeom prst="rect">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Trebuchet MS"/>
              <a:ea typeface="Trebuchet MS"/>
              <a:cs typeface="Trebuchet MS"/>
              <a:sym typeface="Trebuchet MS"/>
            </a:endParaRPr>
          </a:p>
        </p:txBody>
      </p:sp>
      <p:sp>
        <p:nvSpPr>
          <p:cNvPr id="42" name="Google Shape;42;p3"/>
          <p:cNvSpPr/>
          <p:nvPr>
            <p:ph idx="2" type="pic"/>
          </p:nvPr>
        </p:nvSpPr>
        <p:spPr>
          <a:xfrm>
            <a:off x="7090227" y="786181"/>
            <a:ext cx="4441372" cy="5393036"/>
          </a:xfrm>
          <a:prstGeom prst="rect">
            <a:avLst/>
          </a:prstGeom>
          <a:noFill/>
          <a:ln>
            <a:noFill/>
          </a:ln>
        </p:spPr>
      </p:sp>
      <p:sp>
        <p:nvSpPr>
          <p:cNvPr id="43" name="Google Shape;43;p3"/>
          <p:cNvSpPr txBox="1"/>
          <p:nvPr>
            <p:ph type="title"/>
          </p:nvPr>
        </p:nvSpPr>
        <p:spPr>
          <a:xfrm>
            <a:off x="660400" y="805213"/>
            <a:ext cx="4275138" cy="830997"/>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800"/>
              <a:buFont typeface="Trebuchet MS"/>
              <a:buNone/>
              <a:defRPr b="1" sz="4800">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roduction">
  <p:cSld name="Introduction">
    <p:spTree>
      <p:nvGrpSpPr>
        <p:cNvPr id="44" name="Shape 44"/>
        <p:cNvGrpSpPr/>
        <p:nvPr/>
      </p:nvGrpSpPr>
      <p:grpSpPr>
        <a:xfrm>
          <a:off x="0" y="0"/>
          <a:ext cx="0" cy="0"/>
          <a:chOff x="0" y="0"/>
          <a:chExt cx="0" cy="0"/>
        </a:xfrm>
      </p:grpSpPr>
      <p:sp>
        <p:nvSpPr>
          <p:cNvPr id="45" name="Google Shape;45;p4"/>
          <p:cNvSpPr/>
          <p:nvPr/>
        </p:nvSpPr>
        <p:spPr>
          <a:xfrm>
            <a:off x="7362825" y="443263"/>
            <a:ext cx="361950" cy="361950"/>
          </a:xfrm>
          <a:prstGeom prst="ellipse">
            <a:avLst/>
          </a:prstGeom>
          <a:solidFill>
            <a:schemeClr val="l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5"/>
              </a:solidFill>
              <a:latin typeface="Trebuchet MS"/>
              <a:ea typeface="Trebuchet MS"/>
              <a:cs typeface="Trebuchet MS"/>
              <a:sym typeface="Trebuchet MS"/>
            </a:endParaRPr>
          </a:p>
        </p:txBody>
      </p:sp>
      <p:sp>
        <p:nvSpPr>
          <p:cNvPr id="46" name="Google Shape;46;p4"/>
          <p:cNvSpPr/>
          <p:nvPr/>
        </p:nvSpPr>
        <p:spPr>
          <a:xfrm>
            <a:off x="11007246" y="5605994"/>
            <a:ext cx="654227" cy="654227"/>
          </a:xfrm>
          <a:prstGeom prst="ellipse">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5"/>
              </a:solidFill>
              <a:latin typeface="Trebuchet MS"/>
              <a:ea typeface="Trebuchet MS"/>
              <a:cs typeface="Trebuchet MS"/>
              <a:sym typeface="Trebuchet MS"/>
            </a:endParaRPr>
          </a:p>
        </p:txBody>
      </p:sp>
      <p:sp>
        <p:nvSpPr>
          <p:cNvPr id="47" name="Google Shape;47;p4"/>
          <p:cNvSpPr/>
          <p:nvPr/>
        </p:nvSpPr>
        <p:spPr>
          <a:xfrm>
            <a:off x="10683791" y="6132439"/>
            <a:ext cx="251152" cy="251152"/>
          </a:xfrm>
          <a:prstGeom prst="ellipse">
            <a:avLst/>
          </a:prstGeom>
          <a:solidFill>
            <a:schemeClr val="accent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accent5"/>
              </a:solidFill>
              <a:latin typeface="Trebuchet MS"/>
              <a:ea typeface="Trebuchet MS"/>
              <a:cs typeface="Trebuchet MS"/>
              <a:sym typeface="Trebuchet MS"/>
            </a:endParaRPr>
          </a:p>
        </p:txBody>
      </p:sp>
      <p:sp>
        <p:nvSpPr>
          <p:cNvPr id="48" name="Google Shape;48;p4"/>
          <p:cNvSpPr/>
          <p:nvPr>
            <p:ph idx="2" type="pic"/>
          </p:nvPr>
        </p:nvSpPr>
        <p:spPr>
          <a:xfrm>
            <a:off x="5733416" y="624239"/>
            <a:ext cx="5855754" cy="5631571"/>
          </a:xfrm>
          <a:prstGeom prst="rect">
            <a:avLst/>
          </a:prstGeom>
          <a:noFill/>
          <a:ln>
            <a:noFill/>
          </a:ln>
        </p:spPr>
      </p:sp>
      <p:sp>
        <p:nvSpPr>
          <p:cNvPr id="49" name="Google Shape;49;p4"/>
          <p:cNvSpPr txBox="1"/>
          <p:nvPr>
            <p:ph idx="1" type="body"/>
          </p:nvPr>
        </p:nvSpPr>
        <p:spPr>
          <a:xfrm>
            <a:off x="660400" y="2044700"/>
            <a:ext cx="4275138" cy="3560763"/>
          </a:xfrm>
          <a:prstGeom prst="rect">
            <a:avLst/>
          </a:prstGeom>
          <a:noFill/>
          <a:ln>
            <a:noFill/>
          </a:ln>
        </p:spPr>
        <p:txBody>
          <a:bodyPr anchorCtr="0" anchor="t" bIns="45700" lIns="91425" spcFirstLastPara="1" rIns="91425" wrap="square" tIns="45700">
            <a:normAutofit/>
          </a:bodyPr>
          <a:lstStyle>
            <a:lvl1pPr indent="-330200" lvl="0" marL="457200" algn="l">
              <a:lnSpc>
                <a:spcPct val="150000"/>
              </a:lnSpc>
              <a:spcBef>
                <a:spcPts val="1000"/>
              </a:spcBef>
              <a:spcAft>
                <a:spcPts val="0"/>
              </a:spcAft>
              <a:buClr>
                <a:schemeClr val="accent4"/>
              </a:buClr>
              <a:buSzPts val="1600"/>
              <a:buFont typeface="Noto Sans Symbols"/>
              <a:buChar char="▪"/>
              <a:defRPr sz="2000"/>
            </a:lvl1pPr>
            <a:lvl2pPr indent="-330200" lvl="1" marL="914400" algn="l">
              <a:spcBef>
                <a:spcPts val="1000"/>
              </a:spcBef>
              <a:spcAft>
                <a:spcPts val="0"/>
              </a:spcAft>
              <a:buClr>
                <a:schemeClr val="accent4"/>
              </a:buClr>
              <a:buSzPts val="1600"/>
              <a:buFont typeface="Noto Sans Symbols"/>
              <a:buChar char="▪"/>
              <a:defRPr sz="2000"/>
            </a:lvl2pPr>
            <a:lvl3pPr indent="-320040" lvl="2" marL="1371600" algn="l">
              <a:spcBef>
                <a:spcPts val="1000"/>
              </a:spcBef>
              <a:spcAft>
                <a:spcPts val="0"/>
              </a:spcAft>
              <a:buClr>
                <a:schemeClr val="accent4"/>
              </a:buClr>
              <a:buSzPts val="1440"/>
              <a:buFont typeface="Noto Sans Symbols"/>
              <a:buChar char="▪"/>
              <a:defRPr sz="1800"/>
            </a:lvl3pPr>
            <a:lvl4pPr indent="-320040" lvl="3" marL="1828800" algn="l">
              <a:spcBef>
                <a:spcPts val="1000"/>
              </a:spcBef>
              <a:spcAft>
                <a:spcPts val="0"/>
              </a:spcAft>
              <a:buClr>
                <a:schemeClr val="accent4"/>
              </a:buClr>
              <a:buSzPts val="1440"/>
              <a:buFont typeface="Noto Sans Symbols"/>
              <a:buChar char="▪"/>
              <a:defRPr sz="1800"/>
            </a:lvl4pPr>
            <a:lvl5pPr indent="-320040" lvl="4" marL="2286000" algn="l">
              <a:spcBef>
                <a:spcPts val="1000"/>
              </a:spcBef>
              <a:spcAft>
                <a:spcPts val="0"/>
              </a:spcAft>
              <a:buClr>
                <a:schemeClr val="accent4"/>
              </a:buClr>
              <a:buSzPts val="1440"/>
              <a:buFont typeface="Noto Sans Symbols"/>
              <a:buChar char="▪"/>
              <a:defRPr sz="1800"/>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50" name="Google Shape;50;p4"/>
          <p:cNvSpPr txBox="1"/>
          <p:nvPr>
            <p:ph type="title"/>
          </p:nvPr>
        </p:nvSpPr>
        <p:spPr>
          <a:xfrm>
            <a:off x="660400" y="805213"/>
            <a:ext cx="4275138" cy="830997"/>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800"/>
              <a:buFont typeface="Trebuchet MS"/>
              <a:buNone/>
              <a:defRPr b="1" sz="4800">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p:cSld name="Team">
    <p:spTree>
      <p:nvGrpSpPr>
        <p:cNvPr id="51" name="Shape 51"/>
        <p:cNvGrpSpPr/>
        <p:nvPr/>
      </p:nvGrpSpPr>
      <p:grpSpPr>
        <a:xfrm>
          <a:off x="0" y="0"/>
          <a:ext cx="0" cy="0"/>
          <a:chOff x="0" y="0"/>
          <a:chExt cx="0" cy="0"/>
        </a:xfrm>
      </p:grpSpPr>
      <p:sp>
        <p:nvSpPr>
          <p:cNvPr id="52" name="Google Shape;52;p5"/>
          <p:cNvSpPr/>
          <p:nvPr>
            <p:ph idx="2" type="pic"/>
          </p:nvPr>
        </p:nvSpPr>
        <p:spPr>
          <a:xfrm>
            <a:off x="5353508" y="2555551"/>
            <a:ext cx="1484985" cy="1280160"/>
          </a:xfrm>
          <a:prstGeom prst="rect">
            <a:avLst/>
          </a:prstGeom>
          <a:noFill/>
          <a:ln>
            <a:noFill/>
          </a:ln>
        </p:spPr>
      </p:sp>
      <p:sp>
        <p:nvSpPr>
          <p:cNvPr id="53" name="Google Shape;53;p5"/>
          <p:cNvSpPr/>
          <p:nvPr>
            <p:ph idx="3" type="pic"/>
          </p:nvPr>
        </p:nvSpPr>
        <p:spPr>
          <a:xfrm>
            <a:off x="3115921" y="2555551"/>
            <a:ext cx="1484985" cy="1280160"/>
          </a:xfrm>
          <a:prstGeom prst="rect">
            <a:avLst/>
          </a:prstGeom>
          <a:noFill/>
          <a:ln>
            <a:noFill/>
          </a:ln>
        </p:spPr>
      </p:sp>
      <p:sp>
        <p:nvSpPr>
          <p:cNvPr id="54" name="Google Shape;54;p5"/>
          <p:cNvSpPr/>
          <p:nvPr>
            <p:ph idx="4" type="pic"/>
          </p:nvPr>
        </p:nvSpPr>
        <p:spPr>
          <a:xfrm>
            <a:off x="7602465" y="2555551"/>
            <a:ext cx="1484985" cy="1280160"/>
          </a:xfrm>
          <a:prstGeom prst="rect">
            <a:avLst/>
          </a:prstGeom>
          <a:noFill/>
          <a:ln>
            <a:noFill/>
          </a:ln>
        </p:spPr>
      </p:sp>
      <p:sp>
        <p:nvSpPr>
          <p:cNvPr id="55" name="Google Shape;55;p5"/>
          <p:cNvSpPr/>
          <p:nvPr>
            <p:ph idx="5" type="pic"/>
          </p:nvPr>
        </p:nvSpPr>
        <p:spPr>
          <a:xfrm>
            <a:off x="9840051" y="2555551"/>
            <a:ext cx="1484985" cy="1280160"/>
          </a:xfrm>
          <a:prstGeom prst="rect">
            <a:avLst/>
          </a:prstGeom>
          <a:noFill/>
          <a:ln>
            <a:noFill/>
          </a:ln>
        </p:spPr>
      </p:sp>
      <p:sp>
        <p:nvSpPr>
          <p:cNvPr id="56" name="Google Shape;56;p5"/>
          <p:cNvSpPr txBox="1"/>
          <p:nvPr>
            <p:ph type="title"/>
          </p:nvPr>
        </p:nvSpPr>
        <p:spPr>
          <a:xfrm>
            <a:off x="432000" y="647700"/>
            <a:ext cx="11340000" cy="700114"/>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5"/>
          <p:cNvSpPr/>
          <p:nvPr/>
        </p:nvSpPr>
        <p:spPr>
          <a:xfrm>
            <a:off x="546669" y="3467555"/>
            <a:ext cx="458268" cy="395059"/>
          </a:xfrm>
          <a:prstGeom prst="hexagon">
            <a:avLst>
              <a:gd fmla="val 25000" name="adj"/>
              <a:gd fmla="val 115470" name="vf"/>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Trebuchet MS"/>
              <a:ea typeface="Trebuchet MS"/>
              <a:cs typeface="Trebuchet MS"/>
              <a:sym typeface="Trebuchet MS"/>
            </a:endParaRPr>
          </a:p>
        </p:txBody>
      </p:sp>
      <p:sp>
        <p:nvSpPr>
          <p:cNvPr id="58" name="Google Shape;58;p5"/>
          <p:cNvSpPr/>
          <p:nvPr/>
        </p:nvSpPr>
        <p:spPr>
          <a:xfrm>
            <a:off x="11113337" y="2394722"/>
            <a:ext cx="358391" cy="308958"/>
          </a:xfrm>
          <a:prstGeom prst="hexagon">
            <a:avLst>
              <a:gd fmla="val 25000" name="adj"/>
              <a:gd fmla="val 115470" name="vf"/>
            </a:avLst>
          </a:prstGeom>
          <a:solidFill>
            <a:schemeClr val="accen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Trebuchet MS"/>
              <a:ea typeface="Trebuchet MS"/>
              <a:cs typeface="Trebuchet MS"/>
              <a:sym typeface="Trebuchet MS"/>
            </a:endParaRPr>
          </a:p>
        </p:txBody>
      </p:sp>
      <p:sp>
        <p:nvSpPr>
          <p:cNvPr id="59" name="Google Shape;59;p5"/>
          <p:cNvSpPr/>
          <p:nvPr/>
        </p:nvSpPr>
        <p:spPr>
          <a:xfrm>
            <a:off x="10882649" y="2202202"/>
            <a:ext cx="230688" cy="198869"/>
          </a:xfrm>
          <a:prstGeom prst="hexagon">
            <a:avLst>
              <a:gd fmla="val 25000" name="adj"/>
              <a:gd fmla="val 115470" name="vf"/>
            </a:avLst>
          </a:prstGeom>
          <a:solidFill>
            <a:schemeClr val="lt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Trebuchet MS"/>
              <a:ea typeface="Trebuchet MS"/>
              <a:cs typeface="Trebuchet MS"/>
              <a:sym typeface="Trebuchet MS"/>
            </a:endParaRPr>
          </a:p>
        </p:txBody>
      </p:sp>
      <p:sp>
        <p:nvSpPr>
          <p:cNvPr id="60" name="Google Shape;60;p5"/>
          <p:cNvSpPr txBox="1"/>
          <p:nvPr>
            <p:ph idx="1" type="body"/>
          </p:nvPr>
        </p:nvSpPr>
        <p:spPr>
          <a:xfrm>
            <a:off x="546668" y="4172761"/>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600"/>
              <a:buNone/>
              <a:defRPr b="1" sz="2000">
                <a:solidFill>
                  <a:schemeClr val="accent4"/>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1" name="Google Shape;61;p5"/>
          <p:cNvSpPr txBox="1"/>
          <p:nvPr>
            <p:ph idx="6" type="body"/>
          </p:nvPr>
        </p:nvSpPr>
        <p:spPr>
          <a:xfrm>
            <a:off x="556692" y="4588259"/>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280"/>
              <a:buNone/>
              <a:defRPr sz="1600">
                <a:solidFill>
                  <a:schemeClr val="dk1"/>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2" name="Google Shape;62;p5"/>
          <p:cNvSpPr txBox="1"/>
          <p:nvPr>
            <p:ph idx="7" type="body"/>
          </p:nvPr>
        </p:nvSpPr>
        <p:spPr>
          <a:xfrm>
            <a:off x="2789482" y="4172761"/>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600"/>
              <a:buNone/>
              <a:defRPr b="1" sz="2000">
                <a:solidFill>
                  <a:schemeClr val="accent4"/>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3" name="Google Shape;63;p5"/>
          <p:cNvSpPr txBox="1"/>
          <p:nvPr>
            <p:ph idx="8" type="body"/>
          </p:nvPr>
        </p:nvSpPr>
        <p:spPr>
          <a:xfrm>
            <a:off x="2789483" y="4588259"/>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280"/>
              <a:buNone/>
              <a:defRPr sz="1600">
                <a:solidFill>
                  <a:schemeClr val="dk1"/>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4" name="Google Shape;64;p5"/>
          <p:cNvSpPr txBox="1"/>
          <p:nvPr>
            <p:ph idx="9" type="body"/>
          </p:nvPr>
        </p:nvSpPr>
        <p:spPr>
          <a:xfrm>
            <a:off x="5032296" y="4172761"/>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600"/>
              <a:buNone/>
              <a:defRPr b="1" sz="2000">
                <a:solidFill>
                  <a:schemeClr val="accent4"/>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5" name="Google Shape;65;p5"/>
          <p:cNvSpPr txBox="1"/>
          <p:nvPr>
            <p:ph idx="13" type="body"/>
          </p:nvPr>
        </p:nvSpPr>
        <p:spPr>
          <a:xfrm>
            <a:off x="5029201" y="4588259"/>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280"/>
              <a:buNone/>
              <a:defRPr sz="1600">
                <a:solidFill>
                  <a:schemeClr val="dk1"/>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6" name="Google Shape;66;p5"/>
          <p:cNvSpPr txBox="1"/>
          <p:nvPr>
            <p:ph idx="14" type="body"/>
          </p:nvPr>
        </p:nvSpPr>
        <p:spPr>
          <a:xfrm>
            <a:off x="7275110" y="4172761"/>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600"/>
              <a:buNone/>
              <a:defRPr b="1" sz="2000">
                <a:solidFill>
                  <a:schemeClr val="accent4"/>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7" name="Google Shape;67;p5"/>
          <p:cNvSpPr txBox="1"/>
          <p:nvPr>
            <p:ph idx="15" type="body"/>
          </p:nvPr>
        </p:nvSpPr>
        <p:spPr>
          <a:xfrm>
            <a:off x="7275111" y="4588259"/>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280"/>
              <a:buNone/>
              <a:defRPr sz="1600">
                <a:solidFill>
                  <a:schemeClr val="dk1"/>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8" name="Google Shape;68;p5"/>
          <p:cNvSpPr txBox="1"/>
          <p:nvPr>
            <p:ph idx="16" type="body"/>
          </p:nvPr>
        </p:nvSpPr>
        <p:spPr>
          <a:xfrm>
            <a:off x="9517923" y="4172761"/>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600"/>
              <a:buNone/>
              <a:defRPr b="1" sz="2000">
                <a:solidFill>
                  <a:schemeClr val="accent4"/>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69" name="Google Shape;69;p5"/>
          <p:cNvSpPr txBox="1"/>
          <p:nvPr>
            <p:ph idx="17" type="body"/>
          </p:nvPr>
        </p:nvSpPr>
        <p:spPr>
          <a:xfrm>
            <a:off x="9517923" y="4588259"/>
            <a:ext cx="2139696" cy="344312"/>
          </a:xfrm>
          <a:prstGeom prst="rect">
            <a:avLst/>
          </a:prstGeom>
          <a:noFill/>
          <a:ln>
            <a:noFill/>
          </a:ln>
        </p:spPr>
        <p:txBody>
          <a:bodyPr anchorCtr="0" anchor="t" bIns="45700" lIns="91425" spcFirstLastPara="1" rIns="91425" wrap="square" tIns="45700">
            <a:normAutofit/>
          </a:bodyPr>
          <a:lstStyle>
            <a:lvl1pPr indent="-228600" lvl="0" marL="457200" algn="ctr">
              <a:spcBef>
                <a:spcPts val="1000"/>
              </a:spcBef>
              <a:spcAft>
                <a:spcPts val="0"/>
              </a:spcAft>
              <a:buSzPts val="1280"/>
              <a:buNone/>
              <a:defRPr sz="1600">
                <a:solidFill>
                  <a:schemeClr val="dk1"/>
                </a:solidFill>
                <a:latin typeface="Trebuchet MS"/>
                <a:ea typeface="Trebuchet MS"/>
                <a:cs typeface="Trebuchet MS"/>
                <a:sym typeface="Trebuchet MS"/>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70" name="Google Shape;70;p5"/>
          <p:cNvSpPr/>
          <p:nvPr>
            <p:ph idx="18" type="pic"/>
          </p:nvPr>
        </p:nvSpPr>
        <p:spPr>
          <a:xfrm>
            <a:off x="878337" y="2555551"/>
            <a:ext cx="1484985" cy="1280160"/>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71" name="Shape 71"/>
        <p:cNvGrpSpPr/>
        <p:nvPr/>
      </p:nvGrpSpPr>
      <p:grpSpPr>
        <a:xfrm>
          <a:off x="0" y="0"/>
          <a:ext cx="0" cy="0"/>
          <a:chOff x="0" y="0"/>
          <a:chExt cx="0" cy="0"/>
        </a:xfrm>
      </p:grpSpPr>
      <p:grpSp>
        <p:nvGrpSpPr>
          <p:cNvPr id="72" name="Google Shape;72;p6"/>
          <p:cNvGrpSpPr/>
          <p:nvPr/>
        </p:nvGrpSpPr>
        <p:grpSpPr>
          <a:xfrm>
            <a:off x="0" y="-8467"/>
            <a:ext cx="12192000" cy="6866467"/>
            <a:chOff x="0" y="-8467"/>
            <a:chExt cx="12192000" cy="6866467"/>
          </a:xfrm>
        </p:grpSpPr>
        <p:sp>
          <p:nvSpPr>
            <p:cNvPr id="73" name="Google Shape;73;p6"/>
            <p:cNvSpPr/>
            <p:nvPr/>
          </p:nvSpPr>
          <p:spPr>
            <a:xfrm>
              <a:off x="0" y="-7862"/>
              <a:ext cx="863600" cy="5698067"/>
            </a:xfrm>
            <a:custGeom>
              <a:rect b="b" l="l" r="r" t="t"/>
              <a:pathLst>
                <a:path extrusionOk="0" h="5698067" w="863600">
                  <a:moveTo>
                    <a:pt x="0" y="8467"/>
                  </a:moveTo>
                  <a:lnTo>
                    <a:pt x="863600" y="0"/>
                  </a:lnTo>
                  <a:lnTo>
                    <a:pt x="863600" y="16934"/>
                  </a:lnTo>
                  <a:lnTo>
                    <a:pt x="0" y="5698067"/>
                  </a:lnTo>
                  <a:lnTo>
                    <a:pt x="0" y="8467"/>
                  </a:lnTo>
                  <a:close/>
                </a:path>
              </a:pathLst>
            </a:custGeom>
            <a:solidFill>
              <a:schemeClr val="accent1">
                <a:alpha val="70196"/>
              </a:schemeClr>
            </a:solidFill>
            <a:ln>
              <a:noFill/>
            </a:ln>
          </p:spPr>
        </p:sp>
        <p:cxnSp>
          <p:nvCxnSpPr>
            <p:cNvPr id="74" name="Google Shape;74;p6"/>
            <p:cNvCxnSpPr/>
            <p:nvPr/>
          </p:nvCxnSpPr>
          <p:spPr>
            <a:xfrm>
              <a:off x="9371012" y="0"/>
              <a:ext cx="1219200" cy="6858000"/>
            </a:xfrm>
            <a:prstGeom prst="straightConnector1">
              <a:avLst/>
            </a:prstGeom>
            <a:noFill/>
            <a:ln cap="flat" cmpd="sng" w="9525">
              <a:solidFill>
                <a:schemeClr val="accent1">
                  <a:alpha val="70196"/>
                </a:schemeClr>
              </a:solidFill>
              <a:prstDash val="solid"/>
              <a:round/>
              <a:headEnd len="sm" w="sm" type="none"/>
              <a:tailEnd len="sm" w="sm" type="none"/>
            </a:ln>
          </p:spPr>
        </p:cxnSp>
        <p:cxnSp>
          <p:nvCxnSpPr>
            <p:cNvPr id="75" name="Google Shape;75;p6"/>
            <p:cNvCxnSpPr/>
            <p:nvPr/>
          </p:nvCxnSpPr>
          <p:spPr>
            <a:xfrm flipH="1">
              <a:off x="7425267" y="3681413"/>
              <a:ext cx="4763558" cy="3176587"/>
            </a:xfrm>
            <a:prstGeom prst="straightConnector1">
              <a:avLst/>
            </a:prstGeom>
            <a:noFill/>
            <a:ln cap="flat" cmpd="sng" w="9525">
              <a:solidFill>
                <a:schemeClr val="accent1">
                  <a:alpha val="70196"/>
                </a:schemeClr>
              </a:solidFill>
              <a:prstDash val="solid"/>
              <a:round/>
              <a:headEnd len="sm" w="sm" type="none"/>
              <a:tailEnd len="sm" w="sm" type="none"/>
            </a:ln>
          </p:spPr>
        </p:cxnSp>
        <p:sp>
          <p:nvSpPr>
            <p:cNvPr id="76" name="Google Shape;76;p6"/>
            <p:cNvSpPr/>
            <p:nvPr/>
          </p:nvSpPr>
          <p:spPr>
            <a:xfrm>
              <a:off x="9181476" y="-8467"/>
              <a:ext cx="3007349" cy="6866467"/>
            </a:xfrm>
            <a:custGeom>
              <a:rect b="b" l="l" r="r" t="t"/>
              <a:pathLst>
                <a:path extrusionOk="0" h="6866467" w="3007349">
                  <a:moveTo>
                    <a:pt x="2045532" y="0"/>
                  </a:moveTo>
                  <a:lnTo>
                    <a:pt x="3007349" y="0"/>
                  </a:lnTo>
                  <a:lnTo>
                    <a:pt x="3007349" y="6866467"/>
                  </a:lnTo>
                  <a:lnTo>
                    <a:pt x="0" y="6866467"/>
                  </a:lnTo>
                  <a:lnTo>
                    <a:pt x="2045532" y="0"/>
                  </a:lnTo>
                  <a:close/>
                </a:path>
              </a:pathLst>
            </a:custGeom>
            <a:solidFill>
              <a:schemeClr val="accent1">
                <a:alpha val="36078"/>
              </a:schemeClr>
            </a:solidFill>
            <a:ln>
              <a:noFill/>
            </a:ln>
          </p:spPr>
        </p:sp>
        <p:sp>
          <p:nvSpPr>
            <p:cNvPr id="77" name="Google Shape;77;p6"/>
            <p:cNvSpPr/>
            <p:nvPr/>
          </p:nvSpPr>
          <p:spPr>
            <a:xfrm>
              <a:off x="9603442" y="-8467"/>
              <a:ext cx="2588558" cy="6866467"/>
            </a:xfrm>
            <a:custGeom>
              <a:rect b="b" l="l" r="r" t="t"/>
              <a:pathLst>
                <a:path extrusionOk="0"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p:spPr>
        </p:sp>
        <p:sp>
          <p:nvSpPr>
            <p:cNvPr id="78" name="Google Shape;78;p6"/>
            <p:cNvSpPr/>
            <p:nvPr/>
          </p:nvSpPr>
          <p:spPr>
            <a:xfrm>
              <a:off x="8932333" y="3048000"/>
              <a:ext cx="3259667" cy="3810000"/>
            </a:xfrm>
            <a:prstGeom prst="triangle">
              <a:avLst>
                <a:gd fmla="val 100000" name="adj"/>
              </a:avLst>
            </a:prstGeom>
            <a:solidFill>
              <a:srgbClr val="16B0E3">
                <a:alpha val="6588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6"/>
            <p:cNvSpPr/>
            <p:nvPr/>
          </p:nvSpPr>
          <p:spPr>
            <a:xfrm>
              <a:off x="9334500" y="-8467"/>
              <a:ext cx="2854326" cy="6866467"/>
            </a:xfrm>
            <a:custGeom>
              <a:rect b="b" l="l" r="r" t="t"/>
              <a:pathLst>
                <a:path extrusionOk="0" h="6866467" w="2858013">
                  <a:moveTo>
                    <a:pt x="0" y="0"/>
                  </a:moveTo>
                  <a:lnTo>
                    <a:pt x="2858013" y="0"/>
                  </a:lnTo>
                  <a:lnTo>
                    <a:pt x="2858013" y="6866467"/>
                  </a:lnTo>
                  <a:lnTo>
                    <a:pt x="2473942" y="6866467"/>
                  </a:lnTo>
                  <a:lnTo>
                    <a:pt x="0" y="0"/>
                  </a:lnTo>
                  <a:close/>
                </a:path>
              </a:pathLst>
            </a:custGeom>
            <a:solidFill>
              <a:srgbClr val="16B0E3">
                <a:alpha val="50196"/>
              </a:srgbClr>
            </a:solidFill>
            <a:ln>
              <a:noFill/>
            </a:ln>
          </p:spPr>
        </p:sp>
        <p:sp>
          <p:nvSpPr>
            <p:cNvPr id="80" name="Google Shape;80;p6"/>
            <p:cNvSpPr/>
            <p:nvPr/>
          </p:nvSpPr>
          <p:spPr>
            <a:xfrm>
              <a:off x="10898730" y="-8467"/>
              <a:ext cx="1290094" cy="6866467"/>
            </a:xfrm>
            <a:custGeom>
              <a:rect b="b" l="l" r="r" t="t"/>
              <a:pathLst>
                <a:path extrusionOk="0" h="6858000" w="1290094">
                  <a:moveTo>
                    <a:pt x="1019735" y="0"/>
                  </a:moveTo>
                  <a:lnTo>
                    <a:pt x="1290094" y="0"/>
                  </a:lnTo>
                  <a:lnTo>
                    <a:pt x="1290094" y="6858000"/>
                  </a:lnTo>
                  <a:lnTo>
                    <a:pt x="0" y="6858000"/>
                  </a:lnTo>
                  <a:lnTo>
                    <a:pt x="1019735" y="0"/>
                  </a:lnTo>
                  <a:close/>
                </a:path>
              </a:pathLst>
            </a:custGeom>
            <a:solidFill>
              <a:schemeClr val="accent2">
                <a:alpha val="70196"/>
              </a:schemeClr>
            </a:solidFill>
            <a:ln>
              <a:noFill/>
            </a:ln>
          </p:spPr>
        </p:sp>
        <p:sp>
          <p:nvSpPr>
            <p:cNvPr id="81" name="Google Shape;81;p6"/>
            <p:cNvSpPr/>
            <p:nvPr/>
          </p:nvSpPr>
          <p:spPr>
            <a:xfrm>
              <a:off x="10938999" y="-8467"/>
              <a:ext cx="1249825" cy="6866467"/>
            </a:xfrm>
            <a:custGeom>
              <a:rect b="b" l="l" r="r" t="t"/>
              <a:pathLst>
                <a:path extrusionOk="0" h="6858000" w="1249825">
                  <a:moveTo>
                    <a:pt x="0" y="0"/>
                  </a:moveTo>
                  <a:lnTo>
                    <a:pt x="1249825" y="0"/>
                  </a:lnTo>
                  <a:lnTo>
                    <a:pt x="1249825" y="6858000"/>
                  </a:lnTo>
                  <a:lnTo>
                    <a:pt x="1109382" y="6858000"/>
                  </a:lnTo>
                  <a:lnTo>
                    <a:pt x="0" y="0"/>
                  </a:lnTo>
                  <a:close/>
                </a:path>
              </a:pathLst>
            </a:custGeom>
            <a:solidFill>
              <a:srgbClr val="226292">
                <a:alpha val="80000"/>
              </a:srgbClr>
            </a:solidFill>
            <a:ln>
              <a:noFill/>
            </a:ln>
          </p:spPr>
        </p:sp>
        <p:sp>
          <p:nvSpPr>
            <p:cNvPr id="82" name="Google Shape;82;p6"/>
            <p:cNvSpPr/>
            <p:nvPr/>
          </p:nvSpPr>
          <p:spPr>
            <a:xfrm>
              <a:off x="10371666" y="3589867"/>
              <a:ext cx="1817159" cy="3268133"/>
            </a:xfrm>
            <a:prstGeom prst="triangle">
              <a:avLst>
                <a:gd fmla="val 100000" name="adj"/>
              </a:avLst>
            </a:prstGeom>
            <a:solidFill>
              <a:srgbClr val="16B0E3">
                <a:alpha val="6588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3" name="Google Shape;83;p6"/>
          <p:cNvSpPr txBox="1"/>
          <p:nvPr>
            <p:ph type="ctrTitle"/>
          </p:nvPr>
        </p:nvSpPr>
        <p:spPr>
          <a:xfrm>
            <a:off x="1507067" y="2404534"/>
            <a:ext cx="7766936" cy="1646302"/>
          </a:xfrm>
          <a:prstGeom prst="rect">
            <a:avLst/>
          </a:prstGeom>
          <a:noFill/>
          <a:ln>
            <a:noFill/>
          </a:ln>
        </p:spPr>
        <p:txBody>
          <a:bodyPr anchorCtr="0" anchor="b" bIns="45700" lIns="91425" spcFirstLastPara="1" rIns="91425" wrap="square" tIns="45700">
            <a:noAutofit/>
          </a:bodyPr>
          <a:lstStyle>
            <a:lvl1pPr lvl="0" algn="r">
              <a:spcBef>
                <a:spcPts val="0"/>
              </a:spcBef>
              <a:spcAft>
                <a:spcPts val="0"/>
              </a:spcAft>
              <a:buClr>
                <a:schemeClr val="accent1"/>
              </a:buClr>
              <a:buSzPts val="5400"/>
              <a:buFont typeface="Trebuchet MS"/>
              <a:buNone/>
              <a:defRPr sz="5400">
                <a:solidFill>
                  <a:schemeClr val="accen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6"/>
          <p:cNvSpPr txBox="1"/>
          <p:nvPr>
            <p:ph idx="1" type="subTitle"/>
          </p:nvPr>
        </p:nvSpPr>
        <p:spPr>
          <a:xfrm>
            <a:off x="1507067" y="4050833"/>
            <a:ext cx="7766936" cy="1096899"/>
          </a:xfrm>
          <a:prstGeom prst="rect">
            <a:avLst/>
          </a:prstGeom>
          <a:noFill/>
          <a:ln>
            <a:noFill/>
          </a:ln>
        </p:spPr>
        <p:txBody>
          <a:bodyPr anchorCtr="0" anchor="t" bIns="45700" lIns="91425" spcFirstLastPara="1" rIns="91425" wrap="square" tIns="45700">
            <a:normAutofit/>
          </a:bodyPr>
          <a:lstStyle>
            <a:lvl1pPr lvl="0" algn="r">
              <a:spcBef>
                <a:spcPts val="1000"/>
              </a:spcBef>
              <a:spcAft>
                <a:spcPts val="0"/>
              </a:spcAft>
              <a:buSzPts val="1440"/>
              <a:buNone/>
              <a:defRPr>
                <a:solidFill>
                  <a:srgbClr val="7F7F7F"/>
                </a:solidFill>
              </a:defRPr>
            </a:lvl1pPr>
            <a:lvl2pPr lvl="1" algn="ctr">
              <a:spcBef>
                <a:spcPts val="1000"/>
              </a:spcBef>
              <a:spcAft>
                <a:spcPts val="0"/>
              </a:spcAft>
              <a:buSzPts val="1280"/>
              <a:buNone/>
              <a:defRPr>
                <a:solidFill>
                  <a:srgbClr val="888888"/>
                </a:solidFill>
              </a:defRPr>
            </a:lvl2pPr>
            <a:lvl3pPr lvl="2" algn="ctr">
              <a:spcBef>
                <a:spcPts val="1000"/>
              </a:spcBef>
              <a:spcAft>
                <a:spcPts val="0"/>
              </a:spcAft>
              <a:buSzPts val="1120"/>
              <a:buNone/>
              <a:defRPr>
                <a:solidFill>
                  <a:srgbClr val="888888"/>
                </a:solidFill>
              </a:defRPr>
            </a:lvl3pPr>
            <a:lvl4pPr lvl="3" algn="ctr">
              <a:spcBef>
                <a:spcPts val="1000"/>
              </a:spcBef>
              <a:spcAft>
                <a:spcPts val="0"/>
              </a:spcAft>
              <a:buSzPts val="960"/>
              <a:buNone/>
              <a:defRPr>
                <a:solidFill>
                  <a:srgbClr val="888888"/>
                </a:solidFill>
              </a:defRPr>
            </a:lvl4pPr>
            <a:lvl5pPr lvl="4" algn="ctr">
              <a:spcBef>
                <a:spcPts val="1000"/>
              </a:spcBef>
              <a:spcAft>
                <a:spcPts val="0"/>
              </a:spcAft>
              <a:buSzPts val="960"/>
              <a:buNone/>
              <a:defRPr>
                <a:solidFill>
                  <a:srgbClr val="888888"/>
                </a:solidFill>
              </a:defRPr>
            </a:lvl5pPr>
            <a:lvl6pPr lvl="5" algn="ctr">
              <a:spcBef>
                <a:spcPts val="1000"/>
              </a:spcBef>
              <a:spcAft>
                <a:spcPts val="0"/>
              </a:spcAft>
              <a:buSzPts val="960"/>
              <a:buNone/>
              <a:defRPr>
                <a:solidFill>
                  <a:srgbClr val="888888"/>
                </a:solidFill>
              </a:defRPr>
            </a:lvl6pPr>
            <a:lvl7pPr lvl="6" algn="ctr">
              <a:spcBef>
                <a:spcPts val="1000"/>
              </a:spcBef>
              <a:spcAft>
                <a:spcPts val="0"/>
              </a:spcAft>
              <a:buSzPts val="960"/>
              <a:buNone/>
              <a:defRPr>
                <a:solidFill>
                  <a:srgbClr val="888888"/>
                </a:solidFill>
              </a:defRPr>
            </a:lvl7pPr>
            <a:lvl8pPr lvl="7" algn="ctr">
              <a:spcBef>
                <a:spcPts val="1000"/>
              </a:spcBef>
              <a:spcAft>
                <a:spcPts val="0"/>
              </a:spcAft>
              <a:buSzPts val="960"/>
              <a:buNone/>
              <a:defRPr>
                <a:solidFill>
                  <a:srgbClr val="888888"/>
                </a:solidFill>
              </a:defRPr>
            </a:lvl8pPr>
            <a:lvl9pPr lvl="8" algn="ctr">
              <a:spcBef>
                <a:spcPts val="1000"/>
              </a:spcBef>
              <a:spcAft>
                <a:spcPts val="0"/>
              </a:spcAft>
              <a:buSzPts val="960"/>
              <a:buNone/>
              <a:defRPr>
                <a:solidFill>
                  <a:srgbClr val="888888"/>
                </a:solidFill>
              </a:defRPr>
            </a:lvl9pPr>
          </a:lstStyle>
          <a:p/>
        </p:txBody>
      </p:sp>
      <p:sp>
        <p:nvSpPr>
          <p:cNvPr id="85" name="Google Shape;85;p6"/>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6"/>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6"/>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88" name="Shape 88"/>
        <p:cNvGrpSpPr/>
        <p:nvPr/>
      </p:nvGrpSpPr>
      <p:grpSpPr>
        <a:xfrm>
          <a:off x="0" y="0"/>
          <a:ext cx="0" cy="0"/>
          <a:chOff x="0" y="0"/>
          <a:chExt cx="0" cy="0"/>
        </a:xfrm>
      </p:grpSpPr>
      <p:sp>
        <p:nvSpPr>
          <p:cNvPr id="89" name="Google Shape;89;p7"/>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7"/>
          <p:cNvSpPr txBox="1"/>
          <p:nvPr>
            <p:ph idx="1" type="body"/>
          </p:nvPr>
        </p:nvSpPr>
        <p:spPr>
          <a:xfrm>
            <a:off x="677334" y="2160589"/>
            <a:ext cx="8596668" cy="3880773"/>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91" name="Google Shape;91;p7"/>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7"/>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7"/>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4" name="Shape 94"/>
        <p:cNvGrpSpPr/>
        <p:nvPr/>
      </p:nvGrpSpPr>
      <p:grpSpPr>
        <a:xfrm>
          <a:off x="0" y="0"/>
          <a:ext cx="0" cy="0"/>
          <a:chOff x="0" y="0"/>
          <a:chExt cx="0" cy="0"/>
        </a:xfrm>
      </p:grpSpPr>
      <p:sp>
        <p:nvSpPr>
          <p:cNvPr id="95" name="Google Shape;95;p8"/>
          <p:cNvSpPr txBox="1"/>
          <p:nvPr>
            <p:ph type="title"/>
          </p:nvPr>
        </p:nvSpPr>
        <p:spPr>
          <a:xfrm>
            <a:off x="677335" y="2700867"/>
            <a:ext cx="8596668" cy="1826581"/>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4000"/>
              <a:buFont typeface="Trebuchet MS"/>
              <a:buNone/>
              <a:defRPr b="0" sz="40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8"/>
          <p:cNvSpPr txBox="1"/>
          <p:nvPr>
            <p:ph idx="1" type="body"/>
          </p:nvPr>
        </p:nvSpPr>
        <p:spPr>
          <a:xfrm>
            <a:off x="677335" y="4527448"/>
            <a:ext cx="8596668" cy="860400"/>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600"/>
              <a:buNone/>
              <a:defRPr sz="2000">
                <a:solidFill>
                  <a:srgbClr val="7F7F7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97" name="Google Shape;97;p8"/>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8"/>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8"/>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0" name="Shape 100"/>
        <p:cNvGrpSpPr/>
        <p:nvPr/>
      </p:nvGrpSpPr>
      <p:grpSpPr>
        <a:xfrm>
          <a:off x="0" y="0"/>
          <a:ext cx="0" cy="0"/>
          <a:chOff x="0" y="0"/>
          <a:chExt cx="0" cy="0"/>
        </a:xfrm>
      </p:grpSpPr>
      <p:sp>
        <p:nvSpPr>
          <p:cNvPr id="101" name="Google Shape;101;p9"/>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2" name="Google Shape;102;p9"/>
          <p:cNvSpPr txBox="1"/>
          <p:nvPr>
            <p:ph idx="1" type="body"/>
          </p:nvPr>
        </p:nvSpPr>
        <p:spPr>
          <a:xfrm>
            <a:off x="677334" y="2160589"/>
            <a:ext cx="4184035" cy="3880772"/>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03" name="Google Shape;103;p9"/>
          <p:cNvSpPr txBox="1"/>
          <p:nvPr>
            <p:ph idx="2" type="body"/>
          </p:nvPr>
        </p:nvSpPr>
        <p:spPr>
          <a:xfrm>
            <a:off x="5089970" y="2160589"/>
            <a:ext cx="4184034" cy="3880773"/>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04" name="Google Shape;104;p9"/>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9"/>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9"/>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07" name="Shape 107"/>
        <p:cNvGrpSpPr/>
        <p:nvPr/>
      </p:nvGrpSpPr>
      <p:grpSpPr>
        <a:xfrm>
          <a:off x="0" y="0"/>
          <a:ext cx="0" cy="0"/>
          <a:chOff x="0" y="0"/>
          <a:chExt cx="0" cy="0"/>
        </a:xfrm>
      </p:grpSpPr>
      <p:sp>
        <p:nvSpPr>
          <p:cNvPr id="108" name="Google Shape;108;p10"/>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3600"/>
              <a:buFont typeface="Trebuchet MS"/>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9" name="Google Shape;109;p10"/>
          <p:cNvSpPr txBox="1"/>
          <p:nvPr>
            <p:ph idx="1" type="body"/>
          </p:nvPr>
        </p:nvSpPr>
        <p:spPr>
          <a:xfrm>
            <a:off x="675745" y="2160983"/>
            <a:ext cx="4185623" cy="576262"/>
          </a:xfrm>
          <a:prstGeom prst="rect">
            <a:avLst/>
          </a:prstGeom>
          <a:noFill/>
          <a:ln>
            <a:noFill/>
          </a:ln>
        </p:spPr>
        <p:txBody>
          <a:bodyPr anchorCtr="0" anchor="b" bIns="45700" lIns="91425" spcFirstLastPara="1" rIns="91425" wrap="square" tIns="45700">
            <a:noAutofit/>
          </a:bodyPr>
          <a:lstStyle>
            <a:lvl1pPr indent="-228600" lvl="0" marL="457200" algn="l">
              <a:spcBef>
                <a:spcPts val="1000"/>
              </a:spcBef>
              <a:spcAft>
                <a:spcPts val="0"/>
              </a:spcAft>
              <a:buSzPts val="1920"/>
              <a:buNone/>
              <a:defRPr b="0" sz="2400"/>
            </a:lvl1pPr>
            <a:lvl2pPr indent="-228600" lvl="1" marL="914400" algn="l">
              <a:spcBef>
                <a:spcPts val="1000"/>
              </a:spcBef>
              <a:spcAft>
                <a:spcPts val="0"/>
              </a:spcAft>
              <a:buSzPts val="1600"/>
              <a:buNone/>
              <a:defRPr b="1" sz="2000"/>
            </a:lvl2pPr>
            <a:lvl3pPr indent="-228600" lvl="2" marL="1371600" algn="l">
              <a:spcBef>
                <a:spcPts val="1000"/>
              </a:spcBef>
              <a:spcAft>
                <a:spcPts val="0"/>
              </a:spcAft>
              <a:buSzPts val="1440"/>
              <a:buNone/>
              <a:defRPr b="1" sz="1800"/>
            </a:lvl3pPr>
            <a:lvl4pPr indent="-228600" lvl="3" marL="1828800" algn="l">
              <a:spcBef>
                <a:spcPts val="1000"/>
              </a:spcBef>
              <a:spcAft>
                <a:spcPts val="0"/>
              </a:spcAft>
              <a:buSzPts val="1280"/>
              <a:buNone/>
              <a:defRPr b="1" sz="1600"/>
            </a:lvl4pPr>
            <a:lvl5pPr indent="-228600" lvl="4" marL="2286000" algn="l">
              <a:spcBef>
                <a:spcPts val="1000"/>
              </a:spcBef>
              <a:spcAft>
                <a:spcPts val="0"/>
              </a:spcAft>
              <a:buSzPts val="1280"/>
              <a:buNone/>
              <a:defRPr b="1" sz="1600"/>
            </a:lvl5pPr>
            <a:lvl6pPr indent="-228600" lvl="5" marL="2743200" algn="l">
              <a:spcBef>
                <a:spcPts val="1000"/>
              </a:spcBef>
              <a:spcAft>
                <a:spcPts val="0"/>
              </a:spcAft>
              <a:buSzPts val="1280"/>
              <a:buNone/>
              <a:defRPr b="1" sz="1600"/>
            </a:lvl6pPr>
            <a:lvl7pPr indent="-228600" lvl="6" marL="3200400" algn="l">
              <a:spcBef>
                <a:spcPts val="1000"/>
              </a:spcBef>
              <a:spcAft>
                <a:spcPts val="0"/>
              </a:spcAft>
              <a:buSzPts val="1280"/>
              <a:buNone/>
              <a:defRPr b="1" sz="1600"/>
            </a:lvl7pPr>
            <a:lvl8pPr indent="-228600" lvl="7" marL="3657600" algn="l">
              <a:spcBef>
                <a:spcPts val="1000"/>
              </a:spcBef>
              <a:spcAft>
                <a:spcPts val="0"/>
              </a:spcAft>
              <a:buSzPts val="1280"/>
              <a:buNone/>
              <a:defRPr b="1" sz="1600"/>
            </a:lvl8pPr>
            <a:lvl9pPr indent="-228600" lvl="8" marL="4114800" algn="l">
              <a:spcBef>
                <a:spcPts val="1000"/>
              </a:spcBef>
              <a:spcAft>
                <a:spcPts val="0"/>
              </a:spcAft>
              <a:buSzPts val="1280"/>
              <a:buNone/>
              <a:defRPr b="1" sz="1600"/>
            </a:lvl9pPr>
          </a:lstStyle>
          <a:p/>
        </p:txBody>
      </p:sp>
      <p:sp>
        <p:nvSpPr>
          <p:cNvPr id="110" name="Google Shape;110;p10"/>
          <p:cNvSpPr txBox="1"/>
          <p:nvPr>
            <p:ph idx="2" type="body"/>
          </p:nvPr>
        </p:nvSpPr>
        <p:spPr>
          <a:xfrm>
            <a:off x="675745" y="2737245"/>
            <a:ext cx="4185623" cy="3304117"/>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11" name="Google Shape;111;p10"/>
          <p:cNvSpPr txBox="1"/>
          <p:nvPr>
            <p:ph idx="3" type="body"/>
          </p:nvPr>
        </p:nvSpPr>
        <p:spPr>
          <a:xfrm>
            <a:off x="5088383" y="2160983"/>
            <a:ext cx="4185618" cy="576262"/>
          </a:xfrm>
          <a:prstGeom prst="rect">
            <a:avLst/>
          </a:prstGeom>
          <a:noFill/>
          <a:ln>
            <a:noFill/>
          </a:ln>
        </p:spPr>
        <p:txBody>
          <a:bodyPr anchorCtr="0" anchor="b" bIns="45700" lIns="91425" spcFirstLastPara="1" rIns="91425" wrap="square" tIns="45700">
            <a:noAutofit/>
          </a:bodyPr>
          <a:lstStyle>
            <a:lvl1pPr indent="-228600" lvl="0" marL="457200" algn="l">
              <a:spcBef>
                <a:spcPts val="1000"/>
              </a:spcBef>
              <a:spcAft>
                <a:spcPts val="0"/>
              </a:spcAft>
              <a:buSzPts val="1920"/>
              <a:buNone/>
              <a:defRPr b="0" sz="2400"/>
            </a:lvl1pPr>
            <a:lvl2pPr indent="-228600" lvl="1" marL="914400" algn="l">
              <a:spcBef>
                <a:spcPts val="1000"/>
              </a:spcBef>
              <a:spcAft>
                <a:spcPts val="0"/>
              </a:spcAft>
              <a:buSzPts val="1600"/>
              <a:buNone/>
              <a:defRPr b="1" sz="2000"/>
            </a:lvl2pPr>
            <a:lvl3pPr indent="-228600" lvl="2" marL="1371600" algn="l">
              <a:spcBef>
                <a:spcPts val="1000"/>
              </a:spcBef>
              <a:spcAft>
                <a:spcPts val="0"/>
              </a:spcAft>
              <a:buSzPts val="1440"/>
              <a:buNone/>
              <a:defRPr b="1" sz="1800"/>
            </a:lvl3pPr>
            <a:lvl4pPr indent="-228600" lvl="3" marL="1828800" algn="l">
              <a:spcBef>
                <a:spcPts val="1000"/>
              </a:spcBef>
              <a:spcAft>
                <a:spcPts val="0"/>
              </a:spcAft>
              <a:buSzPts val="1280"/>
              <a:buNone/>
              <a:defRPr b="1" sz="1600"/>
            </a:lvl4pPr>
            <a:lvl5pPr indent="-228600" lvl="4" marL="2286000" algn="l">
              <a:spcBef>
                <a:spcPts val="1000"/>
              </a:spcBef>
              <a:spcAft>
                <a:spcPts val="0"/>
              </a:spcAft>
              <a:buSzPts val="1280"/>
              <a:buNone/>
              <a:defRPr b="1" sz="1600"/>
            </a:lvl5pPr>
            <a:lvl6pPr indent="-228600" lvl="5" marL="2743200" algn="l">
              <a:spcBef>
                <a:spcPts val="1000"/>
              </a:spcBef>
              <a:spcAft>
                <a:spcPts val="0"/>
              </a:spcAft>
              <a:buSzPts val="1280"/>
              <a:buNone/>
              <a:defRPr b="1" sz="1600"/>
            </a:lvl6pPr>
            <a:lvl7pPr indent="-228600" lvl="6" marL="3200400" algn="l">
              <a:spcBef>
                <a:spcPts val="1000"/>
              </a:spcBef>
              <a:spcAft>
                <a:spcPts val="0"/>
              </a:spcAft>
              <a:buSzPts val="1280"/>
              <a:buNone/>
              <a:defRPr b="1" sz="1600"/>
            </a:lvl7pPr>
            <a:lvl8pPr indent="-228600" lvl="7" marL="3657600" algn="l">
              <a:spcBef>
                <a:spcPts val="1000"/>
              </a:spcBef>
              <a:spcAft>
                <a:spcPts val="0"/>
              </a:spcAft>
              <a:buSzPts val="1280"/>
              <a:buNone/>
              <a:defRPr b="1" sz="1600"/>
            </a:lvl8pPr>
            <a:lvl9pPr indent="-228600" lvl="8" marL="4114800" algn="l">
              <a:spcBef>
                <a:spcPts val="1000"/>
              </a:spcBef>
              <a:spcAft>
                <a:spcPts val="0"/>
              </a:spcAft>
              <a:buSzPts val="1280"/>
              <a:buNone/>
              <a:defRPr b="1" sz="1600"/>
            </a:lvl9pPr>
          </a:lstStyle>
          <a:p/>
        </p:txBody>
      </p:sp>
      <p:sp>
        <p:nvSpPr>
          <p:cNvPr id="112" name="Google Shape;112;p10"/>
          <p:cNvSpPr txBox="1"/>
          <p:nvPr>
            <p:ph idx="4" type="body"/>
          </p:nvPr>
        </p:nvSpPr>
        <p:spPr>
          <a:xfrm>
            <a:off x="5088384" y="2737245"/>
            <a:ext cx="4185617" cy="3304117"/>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13" name="Google Shape;113;p10"/>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4" name="Google Shape;114;p10"/>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5" name="Google Shape;115;p10"/>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6" name="Shape 116"/>
        <p:cNvGrpSpPr/>
        <p:nvPr/>
      </p:nvGrpSpPr>
      <p:grpSpPr>
        <a:xfrm>
          <a:off x="0" y="0"/>
          <a:ext cx="0" cy="0"/>
          <a:chOff x="0" y="0"/>
          <a:chExt cx="0" cy="0"/>
        </a:xfrm>
      </p:grpSpPr>
      <p:sp>
        <p:nvSpPr>
          <p:cNvPr id="117" name="Google Shape;117;p11"/>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8" name="Google Shape;118;p11"/>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9" name="Google Shape;119;p11"/>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11"/>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1" name="Shape 121"/>
        <p:cNvGrpSpPr/>
        <p:nvPr/>
      </p:nvGrpSpPr>
      <p:grpSpPr>
        <a:xfrm>
          <a:off x="0" y="0"/>
          <a:ext cx="0" cy="0"/>
          <a:chOff x="0" y="0"/>
          <a:chExt cx="0" cy="0"/>
        </a:xfrm>
      </p:grpSpPr>
      <p:sp>
        <p:nvSpPr>
          <p:cNvPr id="122" name="Google Shape;122;p12"/>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12"/>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4" name="Google Shape;124;p12"/>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25" name="Shape 125"/>
        <p:cNvGrpSpPr/>
        <p:nvPr/>
      </p:nvGrpSpPr>
      <p:grpSpPr>
        <a:xfrm>
          <a:off x="0" y="0"/>
          <a:ext cx="0" cy="0"/>
          <a:chOff x="0" y="0"/>
          <a:chExt cx="0" cy="0"/>
        </a:xfrm>
      </p:grpSpPr>
      <p:sp>
        <p:nvSpPr>
          <p:cNvPr id="126" name="Google Shape;126;p13"/>
          <p:cNvSpPr txBox="1"/>
          <p:nvPr>
            <p:ph type="title"/>
          </p:nvPr>
        </p:nvSpPr>
        <p:spPr>
          <a:xfrm>
            <a:off x="677334" y="1498604"/>
            <a:ext cx="3854528" cy="1278466"/>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2000"/>
              <a:buFont typeface="Trebuchet MS"/>
              <a:buNone/>
              <a:defRPr sz="20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13"/>
          <p:cNvSpPr txBox="1"/>
          <p:nvPr>
            <p:ph idx="1" type="body"/>
          </p:nvPr>
        </p:nvSpPr>
        <p:spPr>
          <a:xfrm>
            <a:off x="4760461" y="514924"/>
            <a:ext cx="4513541" cy="5526437"/>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28" name="Google Shape;128;p13"/>
          <p:cNvSpPr txBox="1"/>
          <p:nvPr>
            <p:ph idx="2" type="body"/>
          </p:nvPr>
        </p:nvSpPr>
        <p:spPr>
          <a:xfrm>
            <a:off x="677334" y="2777069"/>
            <a:ext cx="3854528" cy="2584449"/>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120"/>
              <a:buNone/>
              <a:defRPr sz="1400"/>
            </a:lvl1pPr>
            <a:lvl2pPr indent="-228600" lvl="1" marL="914400" algn="l">
              <a:spcBef>
                <a:spcPts val="1000"/>
              </a:spcBef>
              <a:spcAft>
                <a:spcPts val="0"/>
              </a:spcAft>
              <a:buSzPts val="1120"/>
              <a:buNone/>
              <a:defRPr sz="1400"/>
            </a:lvl2pPr>
            <a:lvl3pPr indent="-228600" lvl="2" marL="1371600" algn="l">
              <a:spcBef>
                <a:spcPts val="1000"/>
              </a:spcBef>
              <a:spcAft>
                <a:spcPts val="0"/>
              </a:spcAft>
              <a:buSzPts val="960"/>
              <a:buNone/>
              <a:defRPr sz="1200"/>
            </a:lvl3pPr>
            <a:lvl4pPr indent="-228600" lvl="3" marL="1828800" algn="l">
              <a:spcBef>
                <a:spcPts val="1000"/>
              </a:spcBef>
              <a:spcAft>
                <a:spcPts val="0"/>
              </a:spcAft>
              <a:buSzPts val="800"/>
              <a:buNone/>
              <a:defRPr sz="1000"/>
            </a:lvl4pPr>
            <a:lvl5pPr indent="-228600" lvl="4" marL="2286000" algn="l">
              <a:spcBef>
                <a:spcPts val="1000"/>
              </a:spcBef>
              <a:spcAft>
                <a:spcPts val="0"/>
              </a:spcAft>
              <a:buSzPts val="800"/>
              <a:buNone/>
              <a:defRPr sz="1000"/>
            </a:lvl5pPr>
            <a:lvl6pPr indent="-228600" lvl="5" marL="2743200" algn="l">
              <a:spcBef>
                <a:spcPts val="1000"/>
              </a:spcBef>
              <a:spcAft>
                <a:spcPts val="0"/>
              </a:spcAft>
              <a:buSzPts val="800"/>
              <a:buNone/>
              <a:defRPr sz="1000"/>
            </a:lvl6pPr>
            <a:lvl7pPr indent="-228600" lvl="6" marL="3200400" algn="l">
              <a:spcBef>
                <a:spcPts val="1000"/>
              </a:spcBef>
              <a:spcAft>
                <a:spcPts val="0"/>
              </a:spcAft>
              <a:buSzPts val="800"/>
              <a:buNone/>
              <a:defRPr sz="1000"/>
            </a:lvl7pPr>
            <a:lvl8pPr indent="-228600" lvl="7" marL="3657600" algn="l">
              <a:spcBef>
                <a:spcPts val="1000"/>
              </a:spcBef>
              <a:spcAft>
                <a:spcPts val="0"/>
              </a:spcAft>
              <a:buSzPts val="800"/>
              <a:buNone/>
              <a:defRPr sz="1000"/>
            </a:lvl8pPr>
            <a:lvl9pPr indent="-228600" lvl="8" marL="4114800" algn="l">
              <a:spcBef>
                <a:spcPts val="1000"/>
              </a:spcBef>
              <a:spcAft>
                <a:spcPts val="0"/>
              </a:spcAft>
              <a:buSzPts val="800"/>
              <a:buNone/>
              <a:defRPr sz="1000"/>
            </a:lvl9pPr>
          </a:lstStyle>
          <a:p/>
        </p:txBody>
      </p:sp>
      <p:sp>
        <p:nvSpPr>
          <p:cNvPr id="129" name="Google Shape;129;p13"/>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0" name="Google Shape;130;p13"/>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1" name="Google Shape;131;p13"/>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2" name="Shape 132"/>
        <p:cNvGrpSpPr/>
        <p:nvPr/>
      </p:nvGrpSpPr>
      <p:grpSpPr>
        <a:xfrm>
          <a:off x="0" y="0"/>
          <a:ext cx="0" cy="0"/>
          <a:chOff x="0" y="0"/>
          <a:chExt cx="0" cy="0"/>
        </a:xfrm>
      </p:grpSpPr>
      <p:sp>
        <p:nvSpPr>
          <p:cNvPr id="133" name="Google Shape;133;p14"/>
          <p:cNvSpPr txBox="1"/>
          <p:nvPr>
            <p:ph type="title"/>
          </p:nvPr>
        </p:nvSpPr>
        <p:spPr>
          <a:xfrm>
            <a:off x="677334" y="4800600"/>
            <a:ext cx="8596667"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2400"/>
              <a:buFont typeface="Trebuchet MS"/>
              <a:buNone/>
              <a:defRPr b="0" sz="2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4" name="Google Shape;134;p14"/>
          <p:cNvSpPr/>
          <p:nvPr>
            <p:ph idx="2" type="pic"/>
          </p:nvPr>
        </p:nvSpPr>
        <p:spPr>
          <a:xfrm>
            <a:off x="677334" y="609600"/>
            <a:ext cx="8596668" cy="3845718"/>
          </a:xfrm>
          <a:prstGeom prst="rect">
            <a:avLst/>
          </a:prstGeom>
          <a:noFill/>
          <a:ln>
            <a:noFill/>
          </a:ln>
        </p:spPr>
      </p:sp>
      <p:sp>
        <p:nvSpPr>
          <p:cNvPr id="135" name="Google Shape;135;p14"/>
          <p:cNvSpPr txBox="1"/>
          <p:nvPr>
            <p:ph idx="1" type="body"/>
          </p:nvPr>
        </p:nvSpPr>
        <p:spPr>
          <a:xfrm>
            <a:off x="677334" y="5367338"/>
            <a:ext cx="8596667" cy="674024"/>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960"/>
              <a:buNone/>
              <a:defRPr sz="1200"/>
            </a:lvl1pPr>
            <a:lvl2pPr indent="-228600" lvl="1" marL="914400" algn="l">
              <a:spcBef>
                <a:spcPts val="1000"/>
              </a:spcBef>
              <a:spcAft>
                <a:spcPts val="0"/>
              </a:spcAft>
              <a:buSzPts val="960"/>
              <a:buNone/>
              <a:defRPr sz="1200"/>
            </a:lvl2pPr>
            <a:lvl3pPr indent="-228600" lvl="2" marL="1371600" algn="l">
              <a:spcBef>
                <a:spcPts val="1000"/>
              </a:spcBef>
              <a:spcAft>
                <a:spcPts val="0"/>
              </a:spcAft>
              <a:buSzPts val="800"/>
              <a:buNone/>
              <a:defRPr sz="1000"/>
            </a:lvl3pPr>
            <a:lvl4pPr indent="-228600" lvl="3" marL="1828800" algn="l">
              <a:spcBef>
                <a:spcPts val="1000"/>
              </a:spcBef>
              <a:spcAft>
                <a:spcPts val="0"/>
              </a:spcAft>
              <a:buSzPts val="720"/>
              <a:buNone/>
              <a:defRPr sz="900"/>
            </a:lvl4pPr>
            <a:lvl5pPr indent="-228600" lvl="4" marL="2286000" algn="l">
              <a:spcBef>
                <a:spcPts val="1000"/>
              </a:spcBef>
              <a:spcAft>
                <a:spcPts val="0"/>
              </a:spcAft>
              <a:buSzPts val="720"/>
              <a:buNone/>
              <a:defRPr sz="900"/>
            </a:lvl5pPr>
            <a:lvl6pPr indent="-228600" lvl="5" marL="2743200" algn="l">
              <a:spcBef>
                <a:spcPts val="1000"/>
              </a:spcBef>
              <a:spcAft>
                <a:spcPts val="0"/>
              </a:spcAft>
              <a:buSzPts val="720"/>
              <a:buNone/>
              <a:defRPr sz="900"/>
            </a:lvl6pPr>
            <a:lvl7pPr indent="-228600" lvl="6" marL="3200400" algn="l">
              <a:spcBef>
                <a:spcPts val="1000"/>
              </a:spcBef>
              <a:spcAft>
                <a:spcPts val="0"/>
              </a:spcAft>
              <a:buSzPts val="720"/>
              <a:buNone/>
              <a:defRPr sz="900"/>
            </a:lvl7pPr>
            <a:lvl8pPr indent="-228600" lvl="7" marL="3657600" algn="l">
              <a:spcBef>
                <a:spcPts val="1000"/>
              </a:spcBef>
              <a:spcAft>
                <a:spcPts val="0"/>
              </a:spcAft>
              <a:buSzPts val="720"/>
              <a:buNone/>
              <a:defRPr sz="900"/>
            </a:lvl8pPr>
            <a:lvl9pPr indent="-228600" lvl="8" marL="4114800" algn="l">
              <a:spcBef>
                <a:spcPts val="1000"/>
              </a:spcBef>
              <a:spcAft>
                <a:spcPts val="0"/>
              </a:spcAft>
              <a:buSzPts val="720"/>
              <a:buNone/>
              <a:defRPr sz="900"/>
            </a:lvl9pPr>
          </a:lstStyle>
          <a:p/>
        </p:txBody>
      </p:sp>
      <p:sp>
        <p:nvSpPr>
          <p:cNvPr id="136" name="Google Shape;136;p14"/>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7" name="Google Shape;137;p14"/>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38" name="Google Shape;138;p14"/>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aption">
  <p:cSld name="Title and Caption">
    <p:spTree>
      <p:nvGrpSpPr>
        <p:cNvPr id="139" name="Shape 139"/>
        <p:cNvGrpSpPr/>
        <p:nvPr/>
      </p:nvGrpSpPr>
      <p:grpSpPr>
        <a:xfrm>
          <a:off x="0" y="0"/>
          <a:ext cx="0" cy="0"/>
          <a:chOff x="0" y="0"/>
          <a:chExt cx="0" cy="0"/>
        </a:xfrm>
      </p:grpSpPr>
      <p:sp>
        <p:nvSpPr>
          <p:cNvPr id="140" name="Google Shape;140;p15"/>
          <p:cNvSpPr txBox="1"/>
          <p:nvPr>
            <p:ph type="title"/>
          </p:nvPr>
        </p:nvSpPr>
        <p:spPr>
          <a:xfrm>
            <a:off x="677335" y="609600"/>
            <a:ext cx="8596668" cy="3403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1" name="Google Shape;141;p15"/>
          <p:cNvSpPr txBox="1"/>
          <p:nvPr>
            <p:ph idx="1" type="body"/>
          </p:nvPr>
        </p:nvSpPr>
        <p:spPr>
          <a:xfrm>
            <a:off x="677335" y="4470400"/>
            <a:ext cx="8596668" cy="1570962"/>
          </a:xfrm>
          <a:prstGeom prst="rect">
            <a:avLst/>
          </a:prstGeom>
          <a:noFill/>
          <a:ln>
            <a:noFill/>
          </a:ln>
        </p:spPr>
        <p:txBody>
          <a:bodyPr anchorCtr="0" anchor="ctr" bIns="45700" lIns="91425" spcFirstLastPara="1" rIns="91425" wrap="square" tIns="45700">
            <a:normAutofit/>
          </a:bodyPr>
          <a:lstStyle>
            <a:lvl1pPr indent="-228600" lvl="0" marL="457200" algn="l">
              <a:spcBef>
                <a:spcPts val="1000"/>
              </a:spcBef>
              <a:spcAft>
                <a:spcPts val="0"/>
              </a:spcAft>
              <a:buSzPts val="1440"/>
              <a:buNone/>
              <a:defRPr sz="1800">
                <a:solidFill>
                  <a:srgbClr val="3F3F3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42" name="Google Shape;142;p15"/>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3" name="Google Shape;143;p15"/>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4" name="Google Shape;144;p15"/>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ith Caption">
  <p:cSld name="Quote with Caption">
    <p:spTree>
      <p:nvGrpSpPr>
        <p:cNvPr id="145" name="Shape 145"/>
        <p:cNvGrpSpPr/>
        <p:nvPr/>
      </p:nvGrpSpPr>
      <p:grpSpPr>
        <a:xfrm>
          <a:off x="0" y="0"/>
          <a:ext cx="0" cy="0"/>
          <a:chOff x="0" y="0"/>
          <a:chExt cx="0" cy="0"/>
        </a:xfrm>
      </p:grpSpPr>
      <p:sp>
        <p:nvSpPr>
          <p:cNvPr id="146" name="Google Shape;146;p16"/>
          <p:cNvSpPr txBox="1"/>
          <p:nvPr>
            <p:ph type="title"/>
          </p:nvPr>
        </p:nvSpPr>
        <p:spPr>
          <a:xfrm>
            <a:off x="931334" y="609600"/>
            <a:ext cx="8094134" cy="3022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7" name="Google Shape;147;p16"/>
          <p:cNvSpPr txBox="1"/>
          <p:nvPr>
            <p:ph idx="1" type="body"/>
          </p:nvPr>
        </p:nvSpPr>
        <p:spPr>
          <a:xfrm>
            <a:off x="1366139" y="3632200"/>
            <a:ext cx="7224524" cy="381000"/>
          </a:xfrm>
          <a:prstGeom prst="rect">
            <a:avLst/>
          </a:prstGeom>
          <a:noFill/>
          <a:ln>
            <a:noFill/>
          </a:ln>
        </p:spPr>
        <p:txBody>
          <a:bodyPr anchorCtr="0" anchor="ctr" bIns="45700" lIns="91425" spcFirstLastPara="1" rIns="91425" wrap="square" tIns="45700">
            <a:noAutofit/>
          </a:bodyPr>
          <a:lstStyle>
            <a:lvl1pPr indent="-228600" lvl="0" marL="457200" algn="l">
              <a:spcBef>
                <a:spcPts val="1000"/>
              </a:spcBef>
              <a:spcAft>
                <a:spcPts val="0"/>
              </a:spcAft>
              <a:buSzPts val="1280"/>
              <a:buFont typeface="Trebuchet MS"/>
              <a:buNone/>
              <a:defRPr sz="1600">
                <a:solidFill>
                  <a:srgbClr val="7F7F7F"/>
                </a:solidFill>
              </a:defRPr>
            </a:lvl1pPr>
            <a:lvl2pPr indent="-228600" lvl="1" marL="914400" algn="l">
              <a:spcBef>
                <a:spcPts val="1000"/>
              </a:spcBef>
              <a:spcAft>
                <a:spcPts val="0"/>
              </a:spcAft>
              <a:buSzPts val="1280"/>
              <a:buFont typeface="Trebuchet MS"/>
              <a:buNone/>
              <a:defRPr/>
            </a:lvl2pPr>
            <a:lvl3pPr indent="-228600" lvl="2" marL="1371600" algn="l">
              <a:spcBef>
                <a:spcPts val="1000"/>
              </a:spcBef>
              <a:spcAft>
                <a:spcPts val="0"/>
              </a:spcAft>
              <a:buSzPts val="1120"/>
              <a:buFont typeface="Trebuchet MS"/>
              <a:buNone/>
              <a:defRPr/>
            </a:lvl3pPr>
            <a:lvl4pPr indent="-228600" lvl="3" marL="1828800" algn="l">
              <a:spcBef>
                <a:spcPts val="1000"/>
              </a:spcBef>
              <a:spcAft>
                <a:spcPts val="0"/>
              </a:spcAft>
              <a:buSzPts val="960"/>
              <a:buFont typeface="Trebuchet MS"/>
              <a:buNone/>
              <a:defRPr/>
            </a:lvl4pPr>
            <a:lvl5pPr indent="-228600" lvl="4" marL="2286000" algn="l">
              <a:spcBef>
                <a:spcPts val="1000"/>
              </a:spcBef>
              <a:spcAft>
                <a:spcPts val="0"/>
              </a:spcAft>
              <a:buSzPts val="960"/>
              <a:buFont typeface="Trebuchet MS"/>
              <a:buNone/>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48" name="Google Shape;148;p16"/>
          <p:cNvSpPr txBox="1"/>
          <p:nvPr>
            <p:ph idx="2" type="body"/>
          </p:nvPr>
        </p:nvSpPr>
        <p:spPr>
          <a:xfrm>
            <a:off x="677335" y="4470400"/>
            <a:ext cx="8596668" cy="1570962"/>
          </a:xfrm>
          <a:prstGeom prst="rect">
            <a:avLst/>
          </a:prstGeom>
          <a:noFill/>
          <a:ln>
            <a:noFill/>
          </a:ln>
        </p:spPr>
        <p:txBody>
          <a:bodyPr anchorCtr="0" anchor="ctr" bIns="45700" lIns="91425" spcFirstLastPara="1" rIns="91425" wrap="square" tIns="45700">
            <a:normAutofit/>
          </a:bodyPr>
          <a:lstStyle>
            <a:lvl1pPr indent="-228600" lvl="0" marL="457200" algn="l">
              <a:spcBef>
                <a:spcPts val="1000"/>
              </a:spcBef>
              <a:spcAft>
                <a:spcPts val="0"/>
              </a:spcAft>
              <a:buSzPts val="1440"/>
              <a:buNone/>
              <a:defRPr sz="1800">
                <a:solidFill>
                  <a:srgbClr val="3F3F3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49" name="Google Shape;149;p16"/>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0" name="Google Shape;150;p16"/>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1" name="Google Shape;151;p16"/>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52" name="Google Shape;152;p16"/>
          <p:cNvSpPr txBox="1"/>
          <p:nvPr/>
        </p:nvSpPr>
        <p:spPr>
          <a:xfrm>
            <a:off x="541870" y="790378"/>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rgbClr val="9EDFF5"/>
                </a:solidFill>
                <a:latin typeface="Arial"/>
                <a:ea typeface="Arial"/>
                <a:cs typeface="Arial"/>
                <a:sym typeface="Arial"/>
              </a:rPr>
              <a:t>“</a:t>
            </a:r>
            <a:endParaRPr sz="8000">
              <a:solidFill>
                <a:srgbClr val="9EDFF5"/>
              </a:solidFill>
              <a:latin typeface="Arial"/>
              <a:ea typeface="Arial"/>
              <a:cs typeface="Arial"/>
              <a:sym typeface="Arial"/>
            </a:endParaRPr>
          </a:p>
        </p:txBody>
      </p:sp>
      <p:sp>
        <p:nvSpPr>
          <p:cNvPr id="153" name="Google Shape;153;p16"/>
          <p:cNvSpPr txBox="1"/>
          <p:nvPr/>
        </p:nvSpPr>
        <p:spPr>
          <a:xfrm>
            <a:off x="8893011" y="2886556"/>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rgbClr val="9EDFF5"/>
                </a:solidFill>
                <a:latin typeface="Arial"/>
                <a:ea typeface="Arial"/>
                <a:cs typeface="Arial"/>
                <a:sym typeface="Arial"/>
              </a:rPr>
              <a:t>”</a:t>
            </a:r>
            <a:endParaRPr sz="8000">
              <a:solidFill>
                <a:srgbClr val="9EDFF5"/>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ame Card">
  <p:cSld name="Name Card">
    <p:spTree>
      <p:nvGrpSpPr>
        <p:cNvPr id="154" name="Shape 154"/>
        <p:cNvGrpSpPr/>
        <p:nvPr/>
      </p:nvGrpSpPr>
      <p:grpSpPr>
        <a:xfrm>
          <a:off x="0" y="0"/>
          <a:ext cx="0" cy="0"/>
          <a:chOff x="0" y="0"/>
          <a:chExt cx="0" cy="0"/>
        </a:xfrm>
      </p:grpSpPr>
      <p:sp>
        <p:nvSpPr>
          <p:cNvPr id="155" name="Google Shape;155;p17"/>
          <p:cNvSpPr txBox="1"/>
          <p:nvPr>
            <p:ph type="title"/>
          </p:nvPr>
        </p:nvSpPr>
        <p:spPr>
          <a:xfrm>
            <a:off x="677335" y="1931988"/>
            <a:ext cx="8596668" cy="259546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6" name="Google Shape;156;p17"/>
          <p:cNvSpPr txBox="1"/>
          <p:nvPr>
            <p:ph idx="1" type="body"/>
          </p:nvPr>
        </p:nvSpPr>
        <p:spPr>
          <a:xfrm>
            <a:off x="677335" y="4527448"/>
            <a:ext cx="8596668" cy="1513914"/>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440"/>
              <a:buNone/>
              <a:defRPr sz="1800">
                <a:solidFill>
                  <a:srgbClr val="3F3F3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57" name="Google Shape;157;p17"/>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8" name="Google Shape;158;p17"/>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9" name="Google Shape;159;p17"/>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Name Card">
  <p:cSld name="Quote Name Card">
    <p:spTree>
      <p:nvGrpSpPr>
        <p:cNvPr id="160" name="Shape 160"/>
        <p:cNvGrpSpPr/>
        <p:nvPr/>
      </p:nvGrpSpPr>
      <p:grpSpPr>
        <a:xfrm>
          <a:off x="0" y="0"/>
          <a:ext cx="0" cy="0"/>
          <a:chOff x="0" y="0"/>
          <a:chExt cx="0" cy="0"/>
        </a:xfrm>
      </p:grpSpPr>
      <p:sp>
        <p:nvSpPr>
          <p:cNvPr id="161" name="Google Shape;161;p18"/>
          <p:cNvSpPr txBox="1"/>
          <p:nvPr>
            <p:ph type="title"/>
          </p:nvPr>
        </p:nvSpPr>
        <p:spPr>
          <a:xfrm>
            <a:off x="931334" y="609600"/>
            <a:ext cx="8094134" cy="3022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2" name="Google Shape;162;p18"/>
          <p:cNvSpPr txBox="1"/>
          <p:nvPr>
            <p:ph idx="1" type="body"/>
          </p:nvPr>
        </p:nvSpPr>
        <p:spPr>
          <a:xfrm>
            <a:off x="677332" y="4013200"/>
            <a:ext cx="8596669" cy="514248"/>
          </a:xfrm>
          <a:prstGeom prst="rect">
            <a:avLst/>
          </a:prstGeom>
          <a:noFill/>
          <a:ln>
            <a:noFill/>
          </a:ln>
        </p:spPr>
        <p:txBody>
          <a:bodyPr anchorCtr="0" anchor="b" bIns="45700" lIns="91425" spcFirstLastPara="1" rIns="91425" wrap="square" tIns="45700">
            <a:noAutofit/>
          </a:bodyPr>
          <a:lstStyle>
            <a:lvl1pPr indent="-228600" lvl="0" marL="457200" algn="l">
              <a:spcBef>
                <a:spcPts val="1000"/>
              </a:spcBef>
              <a:spcAft>
                <a:spcPts val="0"/>
              </a:spcAft>
              <a:buSzPts val="1920"/>
              <a:buFont typeface="Trebuchet MS"/>
              <a:buNone/>
              <a:defRPr sz="2400">
                <a:solidFill>
                  <a:srgbClr val="3F3F3F"/>
                </a:solidFill>
              </a:defRPr>
            </a:lvl1pPr>
            <a:lvl2pPr indent="-228600" lvl="1" marL="914400" algn="l">
              <a:spcBef>
                <a:spcPts val="1000"/>
              </a:spcBef>
              <a:spcAft>
                <a:spcPts val="0"/>
              </a:spcAft>
              <a:buSzPts val="1280"/>
              <a:buFont typeface="Trebuchet MS"/>
              <a:buNone/>
              <a:defRPr/>
            </a:lvl2pPr>
            <a:lvl3pPr indent="-228600" lvl="2" marL="1371600" algn="l">
              <a:spcBef>
                <a:spcPts val="1000"/>
              </a:spcBef>
              <a:spcAft>
                <a:spcPts val="0"/>
              </a:spcAft>
              <a:buSzPts val="1120"/>
              <a:buFont typeface="Trebuchet MS"/>
              <a:buNone/>
              <a:defRPr/>
            </a:lvl3pPr>
            <a:lvl4pPr indent="-228600" lvl="3" marL="1828800" algn="l">
              <a:spcBef>
                <a:spcPts val="1000"/>
              </a:spcBef>
              <a:spcAft>
                <a:spcPts val="0"/>
              </a:spcAft>
              <a:buSzPts val="960"/>
              <a:buFont typeface="Trebuchet MS"/>
              <a:buNone/>
              <a:defRPr/>
            </a:lvl4pPr>
            <a:lvl5pPr indent="-228600" lvl="4" marL="2286000" algn="l">
              <a:spcBef>
                <a:spcPts val="1000"/>
              </a:spcBef>
              <a:spcAft>
                <a:spcPts val="0"/>
              </a:spcAft>
              <a:buSzPts val="960"/>
              <a:buFont typeface="Trebuchet MS"/>
              <a:buNone/>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63" name="Google Shape;163;p18"/>
          <p:cNvSpPr txBox="1"/>
          <p:nvPr>
            <p:ph idx="2" type="body"/>
          </p:nvPr>
        </p:nvSpPr>
        <p:spPr>
          <a:xfrm>
            <a:off x="677335" y="4527448"/>
            <a:ext cx="8596668" cy="1513914"/>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440"/>
              <a:buNone/>
              <a:defRPr sz="1800">
                <a:solidFill>
                  <a:srgbClr val="7F7F7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64" name="Google Shape;164;p18"/>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5" name="Google Shape;165;p18"/>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6" name="Google Shape;166;p18"/>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67" name="Google Shape;167;p18"/>
          <p:cNvSpPr txBox="1"/>
          <p:nvPr/>
        </p:nvSpPr>
        <p:spPr>
          <a:xfrm>
            <a:off x="541870" y="790378"/>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rgbClr val="9EDFF5"/>
                </a:solidFill>
                <a:latin typeface="Arial"/>
                <a:ea typeface="Arial"/>
                <a:cs typeface="Arial"/>
                <a:sym typeface="Arial"/>
              </a:rPr>
              <a:t>“</a:t>
            </a:r>
            <a:endParaRPr sz="8000">
              <a:solidFill>
                <a:srgbClr val="9EDFF5"/>
              </a:solidFill>
              <a:latin typeface="Arial"/>
              <a:ea typeface="Arial"/>
              <a:cs typeface="Arial"/>
              <a:sym typeface="Arial"/>
            </a:endParaRPr>
          </a:p>
        </p:txBody>
      </p:sp>
      <p:sp>
        <p:nvSpPr>
          <p:cNvPr id="168" name="Google Shape;168;p18"/>
          <p:cNvSpPr txBox="1"/>
          <p:nvPr/>
        </p:nvSpPr>
        <p:spPr>
          <a:xfrm>
            <a:off x="8893011" y="2886556"/>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US" sz="8000">
                <a:solidFill>
                  <a:srgbClr val="9EDFF5"/>
                </a:solidFill>
                <a:latin typeface="Arial"/>
                <a:ea typeface="Arial"/>
                <a:cs typeface="Arial"/>
                <a:sym typeface="Arial"/>
              </a:rPr>
              <a:t>”</a:t>
            </a:r>
            <a:endParaRPr sz="8000">
              <a:solidFill>
                <a:srgbClr val="9EDFF5"/>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ue or False">
  <p:cSld name="True or False">
    <p:spTree>
      <p:nvGrpSpPr>
        <p:cNvPr id="169" name="Shape 169"/>
        <p:cNvGrpSpPr/>
        <p:nvPr/>
      </p:nvGrpSpPr>
      <p:grpSpPr>
        <a:xfrm>
          <a:off x="0" y="0"/>
          <a:ext cx="0" cy="0"/>
          <a:chOff x="0" y="0"/>
          <a:chExt cx="0" cy="0"/>
        </a:xfrm>
      </p:grpSpPr>
      <p:sp>
        <p:nvSpPr>
          <p:cNvPr id="170" name="Google Shape;170;p19"/>
          <p:cNvSpPr txBox="1"/>
          <p:nvPr>
            <p:ph type="title"/>
          </p:nvPr>
        </p:nvSpPr>
        <p:spPr>
          <a:xfrm>
            <a:off x="685799" y="609600"/>
            <a:ext cx="8588203" cy="302260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4400"/>
              <a:buFont typeface="Trebuchet MS"/>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1" name="Google Shape;171;p19"/>
          <p:cNvSpPr txBox="1"/>
          <p:nvPr>
            <p:ph idx="1" type="body"/>
          </p:nvPr>
        </p:nvSpPr>
        <p:spPr>
          <a:xfrm>
            <a:off x="677332" y="4013200"/>
            <a:ext cx="8596669" cy="514248"/>
          </a:xfrm>
          <a:prstGeom prst="rect">
            <a:avLst/>
          </a:prstGeom>
          <a:noFill/>
          <a:ln>
            <a:noFill/>
          </a:ln>
        </p:spPr>
        <p:txBody>
          <a:bodyPr anchorCtr="0" anchor="b" bIns="45700" lIns="91425" spcFirstLastPara="1" rIns="91425" wrap="square" tIns="45700">
            <a:noAutofit/>
          </a:bodyPr>
          <a:lstStyle>
            <a:lvl1pPr indent="-228600" lvl="0" marL="457200" algn="l">
              <a:spcBef>
                <a:spcPts val="1000"/>
              </a:spcBef>
              <a:spcAft>
                <a:spcPts val="0"/>
              </a:spcAft>
              <a:buSzPts val="1920"/>
              <a:buFont typeface="Trebuchet MS"/>
              <a:buNone/>
              <a:defRPr sz="2400">
                <a:solidFill>
                  <a:schemeClr val="accent1"/>
                </a:solidFill>
              </a:defRPr>
            </a:lvl1pPr>
            <a:lvl2pPr indent="-228600" lvl="1" marL="914400" algn="l">
              <a:spcBef>
                <a:spcPts val="1000"/>
              </a:spcBef>
              <a:spcAft>
                <a:spcPts val="0"/>
              </a:spcAft>
              <a:buSzPts val="1280"/>
              <a:buFont typeface="Trebuchet MS"/>
              <a:buNone/>
              <a:defRPr/>
            </a:lvl2pPr>
            <a:lvl3pPr indent="-228600" lvl="2" marL="1371600" algn="l">
              <a:spcBef>
                <a:spcPts val="1000"/>
              </a:spcBef>
              <a:spcAft>
                <a:spcPts val="0"/>
              </a:spcAft>
              <a:buSzPts val="1120"/>
              <a:buFont typeface="Trebuchet MS"/>
              <a:buNone/>
              <a:defRPr/>
            </a:lvl3pPr>
            <a:lvl4pPr indent="-228600" lvl="3" marL="1828800" algn="l">
              <a:spcBef>
                <a:spcPts val="1000"/>
              </a:spcBef>
              <a:spcAft>
                <a:spcPts val="0"/>
              </a:spcAft>
              <a:buSzPts val="960"/>
              <a:buFont typeface="Trebuchet MS"/>
              <a:buNone/>
              <a:defRPr/>
            </a:lvl4pPr>
            <a:lvl5pPr indent="-228600" lvl="4" marL="2286000" algn="l">
              <a:spcBef>
                <a:spcPts val="1000"/>
              </a:spcBef>
              <a:spcAft>
                <a:spcPts val="0"/>
              </a:spcAft>
              <a:buSzPts val="960"/>
              <a:buFont typeface="Trebuchet MS"/>
              <a:buNone/>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72" name="Google Shape;172;p19"/>
          <p:cNvSpPr txBox="1"/>
          <p:nvPr>
            <p:ph idx="2" type="body"/>
          </p:nvPr>
        </p:nvSpPr>
        <p:spPr>
          <a:xfrm>
            <a:off x="677335" y="4527448"/>
            <a:ext cx="8596668" cy="1513914"/>
          </a:xfrm>
          <a:prstGeom prst="rect">
            <a:avLst/>
          </a:prstGeom>
          <a:noFill/>
          <a:ln>
            <a:noFill/>
          </a:ln>
        </p:spPr>
        <p:txBody>
          <a:bodyPr anchorCtr="0" anchor="t" bIns="45700" lIns="91425" spcFirstLastPara="1" rIns="91425" wrap="square" tIns="45700">
            <a:normAutofit/>
          </a:bodyPr>
          <a:lstStyle>
            <a:lvl1pPr indent="-228600" lvl="0" marL="457200" algn="l">
              <a:spcBef>
                <a:spcPts val="1000"/>
              </a:spcBef>
              <a:spcAft>
                <a:spcPts val="0"/>
              </a:spcAft>
              <a:buSzPts val="1440"/>
              <a:buNone/>
              <a:defRPr sz="1800">
                <a:solidFill>
                  <a:srgbClr val="7F7F7F"/>
                </a:solidFill>
              </a:defRPr>
            </a:lvl1pPr>
            <a:lvl2pPr indent="-228600" lvl="1" marL="914400" algn="l">
              <a:spcBef>
                <a:spcPts val="1000"/>
              </a:spcBef>
              <a:spcAft>
                <a:spcPts val="0"/>
              </a:spcAft>
              <a:buSzPts val="1440"/>
              <a:buNone/>
              <a:defRPr sz="1800">
                <a:solidFill>
                  <a:srgbClr val="888888"/>
                </a:solidFill>
              </a:defRPr>
            </a:lvl2pPr>
            <a:lvl3pPr indent="-228600" lvl="2" marL="1371600" algn="l">
              <a:spcBef>
                <a:spcPts val="1000"/>
              </a:spcBef>
              <a:spcAft>
                <a:spcPts val="0"/>
              </a:spcAft>
              <a:buSzPts val="1280"/>
              <a:buNone/>
              <a:defRPr sz="1600">
                <a:solidFill>
                  <a:srgbClr val="888888"/>
                </a:solidFill>
              </a:defRPr>
            </a:lvl3pPr>
            <a:lvl4pPr indent="-228600" lvl="3" marL="1828800" algn="l">
              <a:spcBef>
                <a:spcPts val="1000"/>
              </a:spcBef>
              <a:spcAft>
                <a:spcPts val="0"/>
              </a:spcAft>
              <a:buSzPts val="1120"/>
              <a:buNone/>
              <a:defRPr sz="1400">
                <a:solidFill>
                  <a:srgbClr val="888888"/>
                </a:solidFill>
              </a:defRPr>
            </a:lvl4pPr>
            <a:lvl5pPr indent="-228600" lvl="4" marL="2286000" algn="l">
              <a:spcBef>
                <a:spcPts val="1000"/>
              </a:spcBef>
              <a:spcAft>
                <a:spcPts val="0"/>
              </a:spcAft>
              <a:buSzPts val="1120"/>
              <a:buNone/>
              <a:defRPr sz="1400">
                <a:solidFill>
                  <a:srgbClr val="888888"/>
                </a:solidFill>
              </a:defRPr>
            </a:lvl5pPr>
            <a:lvl6pPr indent="-228600" lvl="5" marL="2743200" algn="l">
              <a:spcBef>
                <a:spcPts val="1000"/>
              </a:spcBef>
              <a:spcAft>
                <a:spcPts val="0"/>
              </a:spcAft>
              <a:buSzPts val="1120"/>
              <a:buNone/>
              <a:defRPr sz="1400">
                <a:solidFill>
                  <a:srgbClr val="888888"/>
                </a:solidFill>
              </a:defRPr>
            </a:lvl6pPr>
            <a:lvl7pPr indent="-228600" lvl="6" marL="3200400" algn="l">
              <a:spcBef>
                <a:spcPts val="1000"/>
              </a:spcBef>
              <a:spcAft>
                <a:spcPts val="0"/>
              </a:spcAft>
              <a:buSzPts val="1120"/>
              <a:buNone/>
              <a:defRPr sz="1400">
                <a:solidFill>
                  <a:srgbClr val="888888"/>
                </a:solidFill>
              </a:defRPr>
            </a:lvl7pPr>
            <a:lvl8pPr indent="-228600" lvl="7" marL="3657600" algn="l">
              <a:spcBef>
                <a:spcPts val="1000"/>
              </a:spcBef>
              <a:spcAft>
                <a:spcPts val="0"/>
              </a:spcAft>
              <a:buSzPts val="1120"/>
              <a:buNone/>
              <a:defRPr sz="1400">
                <a:solidFill>
                  <a:srgbClr val="888888"/>
                </a:solidFill>
              </a:defRPr>
            </a:lvl8pPr>
            <a:lvl9pPr indent="-228600" lvl="8" marL="4114800" algn="l">
              <a:spcBef>
                <a:spcPts val="1000"/>
              </a:spcBef>
              <a:spcAft>
                <a:spcPts val="0"/>
              </a:spcAft>
              <a:buSzPts val="1120"/>
              <a:buNone/>
              <a:defRPr sz="1400">
                <a:solidFill>
                  <a:srgbClr val="888888"/>
                </a:solidFill>
              </a:defRPr>
            </a:lvl9pPr>
          </a:lstStyle>
          <a:p/>
        </p:txBody>
      </p:sp>
      <p:sp>
        <p:nvSpPr>
          <p:cNvPr id="173" name="Google Shape;173;p19"/>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4" name="Google Shape;174;p19"/>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5" name="Google Shape;175;p19"/>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76" name="Shape 176"/>
        <p:cNvGrpSpPr/>
        <p:nvPr/>
      </p:nvGrpSpPr>
      <p:grpSpPr>
        <a:xfrm>
          <a:off x="0" y="0"/>
          <a:ext cx="0" cy="0"/>
          <a:chOff x="0" y="0"/>
          <a:chExt cx="0" cy="0"/>
        </a:xfrm>
      </p:grpSpPr>
      <p:sp>
        <p:nvSpPr>
          <p:cNvPr id="177" name="Google Shape;177;p20"/>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8" name="Google Shape;178;p20"/>
          <p:cNvSpPr txBox="1"/>
          <p:nvPr>
            <p:ph idx="1" type="body"/>
          </p:nvPr>
        </p:nvSpPr>
        <p:spPr>
          <a:xfrm rot="5400000">
            <a:off x="3035281" y="-197358"/>
            <a:ext cx="3880773" cy="8596668"/>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79" name="Google Shape;179;p20"/>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0" name="Google Shape;180;p20"/>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1" name="Google Shape;181;p20"/>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82" name="Shape 182"/>
        <p:cNvGrpSpPr/>
        <p:nvPr/>
      </p:nvGrpSpPr>
      <p:grpSpPr>
        <a:xfrm>
          <a:off x="0" y="0"/>
          <a:ext cx="0" cy="0"/>
          <a:chOff x="0" y="0"/>
          <a:chExt cx="0" cy="0"/>
        </a:xfrm>
      </p:grpSpPr>
      <p:sp>
        <p:nvSpPr>
          <p:cNvPr id="183" name="Google Shape;183;p21"/>
          <p:cNvSpPr txBox="1"/>
          <p:nvPr>
            <p:ph type="title"/>
          </p:nvPr>
        </p:nvSpPr>
        <p:spPr>
          <a:xfrm rot="5400000">
            <a:off x="5994319" y="2582953"/>
            <a:ext cx="5251451" cy="1304743"/>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accen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4" name="Google Shape;184;p21"/>
          <p:cNvSpPr txBox="1"/>
          <p:nvPr>
            <p:ph idx="1" type="body"/>
          </p:nvPr>
        </p:nvSpPr>
        <p:spPr>
          <a:xfrm rot="5400000">
            <a:off x="1581685" y="-294750"/>
            <a:ext cx="5251450" cy="7060150"/>
          </a:xfrm>
          <a:prstGeom prst="rect">
            <a:avLst/>
          </a:prstGeom>
          <a:noFill/>
          <a:ln>
            <a:noFill/>
          </a:ln>
        </p:spPr>
        <p:txBody>
          <a:bodyPr anchorCtr="0" anchor="t" bIns="45700" lIns="91425" spcFirstLastPara="1" rIns="91425" wrap="square" tIns="45700">
            <a:normAutofit/>
          </a:bodyPr>
          <a:lstStyle>
            <a:lvl1pPr indent="-320040" lvl="0" marL="457200" algn="l">
              <a:spcBef>
                <a:spcPts val="1000"/>
              </a:spcBef>
              <a:spcAft>
                <a:spcPts val="0"/>
              </a:spcAft>
              <a:buSzPts val="1440"/>
              <a:buChar char="►"/>
              <a:defRPr/>
            </a:lvl1pPr>
            <a:lvl2pPr indent="-320040" lvl="1" marL="914400" algn="l">
              <a:spcBef>
                <a:spcPts val="1000"/>
              </a:spcBef>
              <a:spcAft>
                <a:spcPts val="0"/>
              </a:spcAft>
              <a:buSzPts val="1440"/>
              <a:buChar char="►"/>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85" name="Google Shape;185;p21"/>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6" name="Google Shape;186;p21"/>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7" name="Google Shape;187;p21"/>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ustom Layout" showMasterSp="0">
  <p:cSld name="1_Custom Layout">
    <p:bg>
      <p:bgPr>
        <a:solidFill>
          <a:schemeClr val="dk1"/>
        </a:solidFill>
      </p:bgPr>
    </p:bg>
    <p:spTree>
      <p:nvGrpSpPr>
        <p:cNvPr id="188" name="Shape 188"/>
        <p:cNvGrpSpPr/>
        <p:nvPr/>
      </p:nvGrpSpPr>
      <p:grpSpPr>
        <a:xfrm>
          <a:off x="0" y="0"/>
          <a:ext cx="0" cy="0"/>
          <a:chOff x="0" y="0"/>
          <a:chExt cx="0" cy="0"/>
        </a:xfrm>
      </p:grpSpPr>
      <p:sp>
        <p:nvSpPr>
          <p:cNvPr id="189" name="Google Shape;189;p22"/>
          <p:cNvSpPr/>
          <p:nvPr>
            <p:ph idx="2" type="pic"/>
          </p:nvPr>
        </p:nvSpPr>
        <p:spPr>
          <a:xfrm>
            <a:off x="0" y="0"/>
            <a:ext cx="12192000" cy="6858000"/>
          </a:xfrm>
          <a:prstGeom prst="rect">
            <a:avLst/>
          </a:prstGeom>
          <a:noFill/>
          <a:ln>
            <a:noFill/>
          </a:ln>
        </p:spPr>
      </p:sp>
      <p:sp>
        <p:nvSpPr>
          <p:cNvPr descr="Tall office building looking up" id="190" name="Google Shape;190;p22"/>
          <p:cNvSpPr/>
          <p:nvPr/>
        </p:nvSpPr>
        <p:spPr>
          <a:xfrm>
            <a:off x="3718560" y="1181123"/>
            <a:ext cx="4754880" cy="4495754"/>
          </a:xfrm>
          <a:prstGeom prst="rect">
            <a:avLst/>
          </a:prstGeom>
          <a:solidFill>
            <a:schemeClr val="accent5">
              <a:alpha val="40000"/>
            </a:schemeClr>
          </a:solidFill>
          <a:ln cap="flat" cmpd="sng" w="6032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Trebuchet MS"/>
              <a:ea typeface="Trebuchet MS"/>
              <a:cs typeface="Trebuchet MS"/>
              <a:sym typeface="Trebuchet MS"/>
            </a:endParaRPr>
          </a:p>
        </p:txBody>
      </p:sp>
      <p:sp>
        <p:nvSpPr>
          <p:cNvPr id="191" name="Google Shape;191;p22"/>
          <p:cNvSpPr txBox="1"/>
          <p:nvPr>
            <p:ph idx="1" type="body"/>
          </p:nvPr>
        </p:nvSpPr>
        <p:spPr>
          <a:xfrm>
            <a:off x="4149139" y="4859469"/>
            <a:ext cx="3924934" cy="490538"/>
          </a:xfrm>
          <a:prstGeom prst="rect">
            <a:avLst/>
          </a:prstGeom>
          <a:noFill/>
          <a:ln>
            <a:noFill/>
          </a:ln>
        </p:spPr>
        <p:txBody>
          <a:bodyPr anchorCtr="0" anchor="t" bIns="45700" lIns="91425" spcFirstLastPara="1" rIns="91425" wrap="square" tIns="45700">
            <a:normAutofit/>
          </a:bodyPr>
          <a:lstStyle>
            <a:lvl1pPr indent="-228600" lvl="0" marL="457200" algn="r">
              <a:spcBef>
                <a:spcPts val="1000"/>
              </a:spcBef>
              <a:spcAft>
                <a:spcPts val="0"/>
              </a:spcAft>
              <a:buSzPts val="1920"/>
              <a:buNone/>
              <a:defRPr b="1" sz="2400">
                <a:solidFill>
                  <a:schemeClr val="accent4"/>
                </a:solidFill>
                <a:latin typeface="Calibri"/>
                <a:ea typeface="Calibri"/>
                <a:cs typeface="Calibri"/>
                <a:sym typeface="Calibri"/>
              </a:defRPr>
            </a:lvl1pPr>
            <a:lvl2pPr indent="-228600" lvl="1" marL="914400" algn="l">
              <a:spcBef>
                <a:spcPts val="1000"/>
              </a:spcBef>
              <a:spcAft>
                <a:spcPts val="0"/>
              </a:spcAft>
              <a:buSzPts val="1280"/>
              <a:buNone/>
              <a:defRPr/>
            </a:lvl2pPr>
            <a:lvl3pPr indent="-320040" lvl="2" marL="1371600" algn="l">
              <a:spcBef>
                <a:spcPts val="1000"/>
              </a:spcBef>
              <a:spcAft>
                <a:spcPts val="0"/>
              </a:spcAft>
              <a:buSzPts val="1440"/>
              <a:buChar char="►"/>
              <a:defRPr/>
            </a:lvl3pPr>
            <a:lvl4pPr indent="-320040" lvl="3" marL="1828800" algn="l">
              <a:spcBef>
                <a:spcPts val="1000"/>
              </a:spcBef>
              <a:spcAft>
                <a:spcPts val="0"/>
              </a:spcAft>
              <a:buSzPts val="1440"/>
              <a:buChar char="►"/>
              <a:defRPr/>
            </a:lvl4pPr>
            <a:lvl5pPr indent="-320040" lvl="4" marL="2286000" algn="l">
              <a:spcBef>
                <a:spcPts val="1000"/>
              </a:spcBef>
              <a:spcAft>
                <a:spcPts val="0"/>
              </a:spcAft>
              <a:buSzPts val="1440"/>
              <a:buChar char="►"/>
              <a:defRPr/>
            </a:lvl5pPr>
            <a:lvl6pPr indent="-320040" lvl="5" marL="2743200" algn="l">
              <a:spcBef>
                <a:spcPts val="1000"/>
              </a:spcBef>
              <a:spcAft>
                <a:spcPts val="0"/>
              </a:spcAft>
              <a:buSzPts val="1440"/>
              <a:buChar char="►"/>
              <a:defRPr/>
            </a:lvl6pPr>
            <a:lvl7pPr indent="-320040" lvl="6" marL="3200400" algn="l">
              <a:spcBef>
                <a:spcPts val="1000"/>
              </a:spcBef>
              <a:spcAft>
                <a:spcPts val="0"/>
              </a:spcAft>
              <a:buSzPts val="1440"/>
              <a:buChar char="►"/>
              <a:defRPr/>
            </a:lvl7pPr>
            <a:lvl8pPr indent="-320040" lvl="7" marL="3657600" algn="l">
              <a:spcBef>
                <a:spcPts val="1000"/>
              </a:spcBef>
              <a:spcAft>
                <a:spcPts val="0"/>
              </a:spcAft>
              <a:buSzPts val="1440"/>
              <a:buChar char="►"/>
              <a:defRPr/>
            </a:lvl8pPr>
            <a:lvl9pPr indent="-320040" lvl="8" marL="4114800" algn="l">
              <a:spcBef>
                <a:spcPts val="1000"/>
              </a:spcBef>
              <a:spcAft>
                <a:spcPts val="0"/>
              </a:spcAft>
              <a:buSzPts val="1440"/>
              <a:buChar char="►"/>
              <a:defRPr/>
            </a:lvl9pPr>
          </a:lstStyle>
          <a:p/>
        </p:txBody>
      </p:sp>
      <p:sp>
        <p:nvSpPr>
          <p:cNvPr id="192" name="Google Shape;192;p22"/>
          <p:cNvSpPr txBox="1"/>
          <p:nvPr>
            <p:ph type="title"/>
          </p:nvPr>
        </p:nvSpPr>
        <p:spPr>
          <a:xfrm>
            <a:off x="4149139" y="1529685"/>
            <a:ext cx="3924934" cy="1695637"/>
          </a:xfrm>
          <a:prstGeom prst="rect">
            <a:avLst/>
          </a:prstGeom>
          <a:noFill/>
          <a:ln>
            <a:noFill/>
          </a:ln>
        </p:spPr>
        <p:txBody>
          <a:bodyPr anchorCtr="0" anchor="t" bIns="45700" lIns="91425" spcFirstLastPara="1" rIns="91425" wrap="square" tIns="45700">
            <a:normAutofit/>
          </a:bodyPr>
          <a:lstStyle>
            <a:lvl1pPr lvl="0" algn="l">
              <a:spcBef>
                <a:spcPts val="1000"/>
              </a:spcBef>
              <a:spcAft>
                <a:spcPts val="0"/>
              </a:spcAft>
              <a:buClr>
                <a:schemeClr val="lt1"/>
              </a:buClr>
              <a:buSzPts val="4800"/>
              <a:buFont typeface="Trebuchet MS"/>
              <a:buNone/>
              <a:defRPr b="1" sz="48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11" Type="http://schemas.openxmlformats.org/officeDocument/2006/relationships/slideLayout" Target="../slideLayouts/slideLayout11.xml"/><Relationship Id="rId22" Type="http://schemas.openxmlformats.org/officeDocument/2006/relationships/theme" Target="../theme/theme1.xml"/><Relationship Id="rId10" Type="http://schemas.openxmlformats.org/officeDocument/2006/relationships/slideLayout" Target="../slideLayouts/slideLayout10.xml"/><Relationship Id="rId21" Type="http://schemas.openxmlformats.org/officeDocument/2006/relationships/slideLayout" Target="../slideLayouts/slideLayout2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5" Type="http://schemas.openxmlformats.org/officeDocument/2006/relationships/slideLayout" Target="../slideLayouts/slideLayout5.xml"/><Relationship Id="rId19" Type="http://schemas.openxmlformats.org/officeDocument/2006/relationships/slideLayout" Target="../slideLayouts/slideLayout19.xml"/><Relationship Id="rId6" Type="http://schemas.openxmlformats.org/officeDocument/2006/relationships/slideLayout" Target="../slideLayouts/slideLayout6.xml"/><Relationship Id="rId18" Type="http://schemas.openxmlformats.org/officeDocument/2006/relationships/slideLayout" Target="../slideLayouts/slideLayout18.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grpSp>
        <p:nvGrpSpPr>
          <p:cNvPr id="10" name="Google Shape;10;p1"/>
          <p:cNvGrpSpPr/>
          <p:nvPr/>
        </p:nvGrpSpPr>
        <p:grpSpPr>
          <a:xfrm>
            <a:off x="0" y="-8467"/>
            <a:ext cx="12192000" cy="6866467"/>
            <a:chOff x="0" y="-8467"/>
            <a:chExt cx="12192000" cy="6866467"/>
          </a:xfrm>
        </p:grpSpPr>
        <p:cxnSp>
          <p:nvCxnSpPr>
            <p:cNvPr id="11" name="Google Shape;11;p1"/>
            <p:cNvCxnSpPr/>
            <p:nvPr/>
          </p:nvCxnSpPr>
          <p:spPr>
            <a:xfrm>
              <a:off x="9371012" y="0"/>
              <a:ext cx="1219200" cy="6858000"/>
            </a:xfrm>
            <a:prstGeom prst="straightConnector1">
              <a:avLst/>
            </a:prstGeom>
            <a:noFill/>
            <a:ln cap="flat" cmpd="sng" w="9525">
              <a:solidFill>
                <a:schemeClr val="accent1">
                  <a:alpha val="70196"/>
                </a:schemeClr>
              </a:solidFill>
              <a:prstDash val="solid"/>
              <a:round/>
              <a:headEnd len="sm" w="sm" type="none"/>
              <a:tailEnd len="sm" w="sm" type="none"/>
            </a:ln>
          </p:spPr>
        </p:cxnSp>
        <p:cxnSp>
          <p:nvCxnSpPr>
            <p:cNvPr id="12" name="Google Shape;12;p1"/>
            <p:cNvCxnSpPr/>
            <p:nvPr/>
          </p:nvCxnSpPr>
          <p:spPr>
            <a:xfrm flipH="1">
              <a:off x="7425267" y="3681413"/>
              <a:ext cx="4763558" cy="3176587"/>
            </a:xfrm>
            <a:prstGeom prst="straightConnector1">
              <a:avLst/>
            </a:prstGeom>
            <a:noFill/>
            <a:ln cap="flat" cmpd="sng" w="9525">
              <a:solidFill>
                <a:schemeClr val="accent1">
                  <a:alpha val="70196"/>
                </a:schemeClr>
              </a:solidFill>
              <a:prstDash val="solid"/>
              <a:round/>
              <a:headEnd len="sm" w="sm" type="none"/>
              <a:tailEnd len="sm" w="sm" type="none"/>
            </a:ln>
          </p:spPr>
        </p:cxnSp>
        <p:sp>
          <p:nvSpPr>
            <p:cNvPr id="13" name="Google Shape;13;p1"/>
            <p:cNvSpPr/>
            <p:nvPr/>
          </p:nvSpPr>
          <p:spPr>
            <a:xfrm>
              <a:off x="9181476" y="-8467"/>
              <a:ext cx="3007349" cy="6866467"/>
            </a:xfrm>
            <a:custGeom>
              <a:rect b="b" l="l" r="r" t="t"/>
              <a:pathLst>
                <a:path extrusionOk="0" h="6866467" w="3007349">
                  <a:moveTo>
                    <a:pt x="2045532" y="0"/>
                  </a:moveTo>
                  <a:lnTo>
                    <a:pt x="3007349" y="0"/>
                  </a:lnTo>
                  <a:lnTo>
                    <a:pt x="3007349" y="6866467"/>
                  </a:lnTo>
                  <a:lnTo>
                    <a:pt x="0" y="6866467"/>
                  </a:lnTo>
                  <a:lnTo>
                    <a:pt x="2045532" y="0"/>
                  </a:lnTo>
                  <a:close/>
                </a:path>
              </a:pathLst>
            </a:custGeom>
            <a:solidFill>
              <a:schemeClr val="accent1">
                <a:alpha val="36078"/>
              </a:schemeClr>
            </a:solidFill>
            <a:ln>
              <a:noFill/>
            </a:ln>
          </p:spPr>
        </p:sp>
        <p:sp>
          <p:nvSpPr>
            <p:cNvPr id="14" name="Google Shape;14;p1"/>
            <p:cNvSpPr/>
            <p:nvPr/>
          </p:nvSpPr>
          <p:spPr>
            <a:xfrm>
              <a:off x="9603442" y="-8467"/>
              <a:ext cx="2588558" cy="6866467"/>
            </a:xfrm>
            <a:custGeom>
              <a:rect b="b" l="l" r="r" t="t"/>
              <a:pathLst>
                <a:path extrusionOk="0"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p:spPr>
        </p:sp>
        <p:sp>
          <p:nvSpPr>
            <p:cNvPr id="15" name="Google Shape;15;p1"/>
            <p:cNvSpPr/>
            <p:nvPr/>
          </p:nvSpPr>
          <p:spPr>
            <a:xfrm>
              <a:off x="8932333" y="3048000"/>
              <a:ext cx="3259667" cy="3810000"/>
            </a:xfrm>
            <a:prstGeom prst="triangle">
              <a:avLst>
                <a:gd fmla="val 100000" name="adj"/>
              </a:avLst>
            </a:prstGeom>
            <a:solidFill>
              <a:srgbClr val="16B0E3">
                <a:alpha val="6588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1"/>
            <p:cNvSpPr/>
            <p:nvPr/>
          </p:nvSpPr>
          <p:spPr>
            <a:xfrm>
              <a:off x="9334500" y="-8467"/>
              <a:ext cx="2854326" cy="6866467"/>
            </a:xfrm>
            <a:custGeom>
              <a:rect b="b" l="l" r="r" t="t"/>
              <a:pathLst>
                <a:path extrusionOk="0" h="6866467" w="2858013">
                  <a:moveTo>
                    <a:pt x="0" y="0"/>
                  </a:moveTo>
                  <a:lnTo>
                    <a:pt x="2858013" y="0"/>
                  </a:lnTo>
                  <a:lnTo>
                    <a:pt x="2858013" y="6866467"/>
                  </a:lnTo>
                  <a:lnTo>
                    <a:pt x="2473942" y="6866467"/>
                  </a:lnTo>
                  <a:lnTo>
                    <a:pt x="0" y="0"/>
                  </a:lnTo>
                  <a:close/>
                </a:path>
              </a:pathLst>
            </a:custGeom>
            <a:solidFill>
              <a:srgbClr val="16B0E3">
                <a:alpha val="50196"/>
              </a:srgbClr>
            </a:solidFill>
            <a:ln>
              <a:noFill/>
            </a:ln>
          </p:spPr>
        </p:sp>
        <p:sp>
          <p:nvSpPr>
            <p:cNvPr id="17" name="Google Shape;17;p1"/>
            <p:cNvSpPr/>
            <p:nvPr/>
          </p:nvSpPr>
          <p:spPr>
            <a:xfrm>
              <a:off x="10898730" y="-8467"/>
              <a:ext cx="1290094" cy="6866467"/>
            </a:xfrm>
            <a:custGeom>
              <a:rect b="b" l="l" r="r" t="t"/>
              <a:pathLst>
                <a:path extrusionOk="0" h="6858000" w="1290094">
                  <a:moveTo>
                    <a:pt x="1019735" y="0"/>
                  </a:moveTo>
                  <a:lnTo>
                    <a:pt x="1290094" y="0"/>
                  </a:lnTo>
                  <a:lnTo>
                    <a:pt x="1290094" y="6858000"/>
                  </a:lnTo>
                  <a:lnTo>
                    <a:pt x="0" y="6858000"/>
                  </a:lnTo>
                  <a:lnTo>
                    <a:pt x="1019735" y="0"/>
                  </a:lnTo>
                  <a:close/>
                </a:path>
              </a:pathLst>
            </a:custGeom>
            <a:solidFill>
              <a:schemeClr val="accent2">
                <a:alpha val="70196"/>
              </a:schemeClr>
            </a:solidFill>
            <a:ln>
              <a:noFill/>
            </a:ln>
          </p:spPr>
        </p:sp>
        <p:sp>
          <p:nvSpPr>
            <p:cNvPr id="18" name="Google Shape;18;p1"/>
            <p:cNvSpPr/>
            <p:nvPr/>
          </p:nvSpPr>
          <p:spPr>
            <a:xfrm>
              <a:off x="10938999" y="-8467"/>
              <a:ext cx="1249825" cy="6866467"/>
            </a:xfrm>
            <a:custGeom>
              <a:rect b="b" l="l" r="r" t="t"/>
              <a:pathLst>
                <a:path extrusionOk="0" h="6858000" w="1249825">
                  <a:moveTo>
                    <a:pt x="0" y="0"/>
                  </a:moveTo>
                  <a:lnTo>
                    <a:pt x="1249825" y="0"/>
                  </a:lnTo>
                  <a:lnTo>
                    <a:pt x="1249825" y="6858000"/>
                  </a:lnTo>
                  <a:lnTo>
                    <a:pt x="1109382" y="6858000"/>
                  </a:lnTo>
                  <a:lnTo>
                    <a:pt x="0" y="0"/>
                  </a:lnTo>
                  <a:close/>
                </a:path>
              </a:pathLst>
            </a:custGeom>
            <a:solidFill>
              <a:srgbClr val="226292">
                <a:alpha val="80000"/>
              </a:srgbClr>
            </a:solidFill>
            <a:ln>
              <a:noFill/>
            </a:ln>
          </p:spPr>
        </p:sp>
        <p:sp>
          <p:nvSpPr>
            <p:cNvPr id="19" name="Google Shape;19;p1"/>
            <p:cNvSpPr/>
            <p:nvPr/>
          </p:nvSpPr>
          <p:spPr>
            <a:xfrm>
              <a:off x="10371666" y="3589867"/>
              <a:ext cx="1817159" cy="3268133"/>
            </a:xfrm>
            <a:prstGeom prst="triangle">
              <a:avLst>
                <a:gd fmla="val 100000" name="adj"/>
              </a:avLst>
            </a:prstGeom>
            <a:solidFill>
              <a:srgbClr val="16B0E3">
                <a:alpha val="65882"/>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1"/>
            <p:cNvSpPr/>
            <p:nvPr/>
          </p:nvSpPr>
          <p:spPr>
            <a:xfrm>
              <a:off x="0" y="4013200"/>
              <a:ext cx="448733" cy="2844800"/>
            </a:xfrm>
            <a:prstGeom prst="triangle">
              <a:avLst>
                <a:gd fmla="val 0" name="adj"/>
              </a:avLst>
            </a:prstGeom>
            <a:solidFill>
              <a:schemeClr val="accent1">
                <a:alpha val="70196"/>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 name="Google Shape;21;p1"/>
          <p:cNvSpPr txBox="1"/>
          <p:nvPr>
            <p:ph type="title"/>
          </p:nvPr>
        </p:nvSpPr>
        <p:spPr>
          <a:xfrm>
            <a:off x="677334" y="609600"/>
            <a:ext cx="8596668" cy="1320800"/>
          </a:xfrm>
          <a:prstGeom prst="rect">
            <a:avLst/>
          </a:prstGeom>
          <a:noFill/>
          <a:ln>
            <a:noFill/>
          </a:ln>
        </p:spPr>
        <p:txBody>
          <a:bodyPr anchorCtr="0" anchor="t" bIns="45700" lIns="91425" spcFirstLastPara="1" rIns="91425" wrap="square" tIns="45700">
            <a:normAutofit/>
          </a:bodyPr>
          <a:lstStyle>
            <a:lvl1pPr lvl="0" marR="0" rtl="0" algn="l">
              <a:spcBef>
                <a:spcPts val="0"/>
              </a:spcBef>
              <a:spcAft>
                <a:spcPts val="0"/>
              </a:spcAft>
              <a:buClr>
                <a:schemeClr val="accent1"/>
              </a:buClr>
              <a:buSzPts val="3600"/>
              <a:buFont typeface="Trebuchet MS"/>
              <a:buNone/>
              <a:defRPr b="0" i="0" sz="3600" u="none" cap="none" strike="noStrike">
                <a:solidFill>
                  <a:schemeClr val="accent1"/>
                </a:solidFill>
                <a:latin typeface="Trebuchet MS"/>
                <a:ea typeface="Trebuchet MS"/>
                <a:cs typeface="Trebuchet MS"/>
                <a:sym typeface="Trebuchet MS"/>
              </a:defRPr>
            </a:lvl1pPr>
            <a:lvl2pPr lvl="1" marR="0" rtl="0" algn="l">
              <a:spcBef>
                <a:spcPts val="0"/>
              </a:spcBef>
              <a:spcAft>
                <a:spcPts val="0"/>
              </a:spcAft>
              <a:buSzPts val="1400"/>
              <a:buNone/>
              <a:defRPr b="0" i="0" sz="1800" u="none" cap="none" strike="noStrike">
                <a:solidFill>
                  <a:schemeClr val="dk2"/>
                </a:solidFill>
              </a:defRPr>
            </a:lvl2pPr>
            <a:lvl3pPr lvl="2" marR="0" rtl="0" algn="l">
              <a:spcBef>
                <a:spcPts val="0"/>
              </a:spcBef>
              <a:spcAft>
                <a:spcPts val="0"/>
              </a:spcAft>
              <a:buSzPts val="1400"/>
              <a:buNone/>
              <a:defRPr b="0" i="0" sz="1800" u="none" cap="none" strike="noStrike">
                <a:solidFill>
                  <a:schemeClr val="dk2"/>
                </a:solidFill>
              </a:defRPr>
            </a:lvl3pPr>
            <a:lvl4pPr lvl="3" marR="0" rtl="0" algn="l">
              <a:spcBef>
                <a:spcPts val="0"/>
              </a:spcBef>
              <a:spcAft>
                <a:spcPts val="0"/>
              </a:spcAft>
              <a:buSzPts val="1400"/>
              <a:buNone/>
              <a:defRPr b="0" i="0" sz="1800" u="none" cap="none" strike="noStrike">
                <a:solidFill>
                  <a:schemeClr val="dk2"/>
                </a:solidFill>
              </a:defRPr>
            </a:lvl4pPr>
            <a:lvl5pPr lvl="4" marR="0" rtl="0" algn="l">
              <a:spcBef>
                <a:spcPts val="0"/>
              </a:spcBef>
              <a:spcAft>
                <a:spcPts val="0"/>
              </a:spcAft>
              <a:buSzPts val="1400"/>
              <a:buNone/>
              <a:defRPr b="0" i="0" sz="1800" u="none" cap="none" strike="noStrike">
                <a:solidFill>
                  <a:schemeClr val="dk2"/>
                </a:solidFill>
              </a:defRPr>
            </a:lvl5pPr>
            <a:lvl6pPr lvl="5" marR="0" rtl="0" algn="l">
              <a:spcBef>
                <a:spcPts val="0"/>
              </a:spcBef>
              <a:spcAft>
                <a:spcPts val="0"/>
              </a:spcAft>
              <a:buSzPts val="1400"/>
              <a:buNone/>
              <a:defRPr b="0" i="0" sz="1800" u="none" cap="none" strike="noStrike">
                <a:solidFill>
                  <a:schemeClr val="dk2"/>
                </a:solidFill>
              </a:defRPr>
            </a:lvl6pPr>
            <a:lvl7pPr lvl="6" marR="0" rtl="0" algn="l">
              <a:spcBef>
                <a:spcPts val="0"/>
              </a:spcBef>
              <a:spcAft>
                <a:spcPts val="0"/>
              </a:spcAft>
              <a:buSzPts val="1400"/>
              <a:buNone/>
              <a:defRPr b="0" i="0" sz="1800" u="none" cap="none" strike="noStrike">
                <a:solidFill>
                  <a:schemeClr val="dk2"/>
                </a:solidFill>
              </a:defRPr>
            </a:lvl7pPr>
            <a:lvl8pPr lvl="7" marR="0" rtl="0" algn="l">
              <a:spcBef>
                <a:spcPts val="0"/>
              </a:spcBef>
              <a:spcAft>
                <a:spcPts val="0"/>
              </a:spcAft>
              <a:buSzPts val="1400"/>
              <a:buNone/>
              <a:defRPr b="0" i="0" sz="1800" u="none" cap="none" strike="noStrike">
                <a:solidFill>
                  <a:schemeClr val="dk2"/>
                </a:solidFill>
              </a:defRPr>
            </a:lvl8pPr>
            <a:lvl9pPr lvl="8" marR="0" rtl="0" algn="l">
              <a:spcBef>
                <a:spcPts val="0"/>
              </a:spcBef>
              <a:spcAft>
                <a:spcPts val="0"/>
              </a:spcAft>
              <a:buSzPts val="1400"/>
              <a:buNone/>
              <a:defRPr b="0" i="0" sz="1800" u="none" cap="none" strike="noStrike">
                <a:solidFill>
                  <a:schemeClr val="dk2"/>
                </a:solidFill>
              </a:defRPr>
            </a:lvl9pPr>
          </a:lstStyle>
          <a:p/>
        </p:txBody>
      </p:sp>
      <p:sp>
        <p:nvSpPr>
          <p:cNvPr id="22" name="Google Shape;22;p1"/>
          <p:cNvSpPr txBox="1"/>
          <p:nvPr>
            <p:ph idx="1" type="body"/>
          </p:nvPr>
        </p:nvSpPr>
        <p:spPr>
          <a:xfrm>
            <a:off x="677334" y="2160589"/>
            <a:ext cx="8596668" cy="3880773"/>
          </a:xfrm>
          <a:prstGeom prst="rect">
            <a:avLst/>
          </a:prstGeom>
          <a:noFill/>
          <a:ln>
            <a:noFill/>
          </a:ln>
        </p:spPr>
        <p:txBody>
          <a:bodyPr anchorCtr="0" anchor="t" bIns="45700" lIns="91425" spcFirstLastPara="1" rIns="91425" wrap="square" tIns="45700">
            <a:normAutofit/>
          </a:bodyPr>
          <a:lstStyle>
            <a:lvl1pPr indent="-320040" lvl="0" marL="457200" marR="0" rtl="0" algn="l">
              <a:spcBef>
                <a:spcPts val="1000"/>
              </a:spcBef>
              <a:spcAft>
                <a:spcPts val="0"/>
              </a:spcAft>
              <a:buClr>
                <a:schemeClr val="accent1"/>
              </a:buClr>
              <a:buSzPts val="1440"/>
              <a:buFont typeface="Noto Sans Symbols"/>
              <a:buChar char="►"/>
              <a:defRPr b="0" i="0" sz="1800" u="none" cap="none" strike="noStrike">
                <a:solidFill>
                  <a:srgbClr val="3F3F3F"/>
                </a:solidFill>
                <a:latin typeface="Trebuchet MS"/>
                <a:ea typeface="Trebuchet MS"/>
                <a:cs typeface="Trebuchet MS"/>
                <a:sym typeface="Trebuchet MS"/>
              </a:defRPr>
            </a:lvl1pPr>
            <a:lvl2pPr indent="-309880" lvl="1" marL="914400" marR="0" rtl="0" algn="l">
              <a:spcBef>
                <a:spcPts val="1000"/>
              </a:spcBef>
              <a:spcAft>
                <a:spcPts val="0"/>
              </a:spcAft>
              <a:buClr>
                <a:schemeClr val="accent1"/>
              </a:buClr>
              <a:buSzPts val="1280"/>
              <a:buFont typeface="Noto Sans Symbols"/>
              <a:buChar char="►"/>
              <a:defRPr b="0" i="0" sz="1600" u="none" cap="none" strike="noStrike">
                <a:solidFill>
                  <a:srgbClr val="3F3F3F"/>
                </a:solidFill>
                <a:latin typeface="Trebuchet MS"/>
                <a:ea typeface="Trebuchet MS"/>
                <a:cs typeface="Trebuchet MS"/>
                <a:sym typeface="Trebuchet MS"/>
              </a:defRPr>
            </a:lvl2pPr>
            <a:lvl3pPr indent="-299720" lvl="2" marL="1371600" marR="0" rtl="0" algn="l">
              <a:spcBef>
                <a:spcPts val="1000"/>
              </a:spcBef>
              <a:spcAft>
                <a:spcPts val="0"/>
              </a:spcAft>
              <a:buClr>
                <a:schemeClr val="accent1"/>
              </a:buClr>
              <a:buSzPts val="1120"/>
              <a:buFont typeface="Noto Sans Symbols"/>
              <a:buChar char="►"/>
              <a:defRPr b="0" i="0" sz="1400" u="none" cap="none" strike="noStrike">
                <a:solidFill>
                  <a:srgbClr val="3F3F3F"/>
                </a:solidFill>
                <a:latin typeface="Trebuchet MS"/>
                <a:ea typeface="Trebuchet MS"/>
                <a:cs typeface="Trebuchet MS"/>
                <a:sym typeface="Trebuchet MS"/>
              </a:defRPr>
            </a:lvl3pPr>
            <a:lvl4pPr indent="-289560" lvl="3" marL="18288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4pPr>
            <a:lvl5pPr indent="-289560" lvl="4" marL="22860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5pPr>
            <a:lvl6pPr indent="-289560" lvl="5" marL="27432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6pPr>
            <a:lvl7pPr indent="-289560" lvl="6" marL="32004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7pPr>
            <a:lvl8pPr indent="-289560" lvl="7" marL="36576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8pPr>
            <a:lvl9pPr indent="-289560" lvl="8" marL="4114800" marR="0" rtl="0" algn="l">
              <a:spcBef>
                <a:spcPts val="1000"/>
              </a:spcBef>
              <a:spcAft>
                <a:spcPts val="0"/>
              </a:spcAft>
              <a:buClr>
                <a:schemeClr val="accent1"/>
              </a:buClr>
              <a:buSzPts val="960"/>
              <a:buFont typeface="Noto Sans Symbols"/>
              <a:buChar char="►"/>
              <a:defRPr b="0" i="0" sz="1200" u="none" cap="none" strike="noStrike">
                <a:solidFill>
                  <a:srgbClr val="3F3F3F"/>
                </a:solidFill>
                <a:latin typeface="Trebuchet MS"/>
                <a:ea typeface="Trebuchet MS"/>
                <a:cs typeface="Trebuchet MS"/>
                <a:sym typeface="Trebuchet MS"/>
              </a:defRPr>
            </a:lvl9pPr>
          </a:lstStyle>
          <a:p/>
        </p:txBody>
      </p:sp>
      <p:sp>
        <p:nvSpPr>
          <p:cNvPr id="23" name="Google Shape;23;p1"/>
          <p:cNvSpPr txBox="1"/>
          <p:nvPr>
            <p:ph idx="10" type="dt"/>
          </p:nvPr>
        </p:nvSpPr>
        <p:spPr>
          <a:xfrm>
            <a:off x="7205133" y="6041362"/>
            <a:ext cx="911939" cy="365125"/>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900" u="none" cap="none" strike="noStrike">
                <a:solidFill>
                  <a:srgbClr val="888888"/>
                </a:solidFill>
                <a:latin typeface="Trebuchet MS"/>
                <a:ea typeface="Trebuchet MS"/>
                <a:cs typeface="Trebuchet MS"/>
                <a:sym typeface="Trebuchet MS"/>
              </a:defRPr>
            </a:lvl1pPr>
            <a:lvl2pPr lvl="1"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2pPr>
            <a:lvl3pPr lvl="2"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3pPr>
            <a:lvl4pPr lvl="3"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4pPr>
            <a:lvl5pPr lvl="4"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5pPr>
            <a:lvl6pPr lvl="5"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6pPr>
            <a:lvl7pPr lvl="6"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7pPr>
            <a:lvl8pPr lvl="7"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8pPr>
            <a:lvl9pPr lvl="8"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9pPr>
          </a:lstStyle>
          <a:p/>
        </p:txBody>
      </p:sp>
      <p:sp>
        <p:nvSpPr>
          <p:cNvPr id="24" name="Google Shape;24;p1"/>
          <p:cNvSpPr txBox="1"/>
          <p:nvPr>
            <p:ph idx="11" type="ftr"/>
          </p:nvPr>
        </p:nvSpPr>
        <p:spPr>
          <a:xfrm>
            <a:off x="677334" y="6041362"/>
            <a:ext cx="6297612"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rgbClr val="888888"/>
                </a:solidFill>
                <a:latin typeface="Trebuchet MS"/>
                <a:ea typeface="Trebuchet MS"/>
                <a:cs typeface="Trebuchet MS"/>
                <a:sym typeface="Trebuchet MS"/>
              </a:defRPr>
            </a:lvl1pPr>
            <a:lvl2pPr lvl="1"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2pPr>
            <a:lvl3pPr lvl="2"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3pPr>
            <a:lvl4pPr lvl="3"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4pPr>
            <a:lvl5pPr lvl="4"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5pPr>
            <a:lvl6pPr lvl="5"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6pPr>
            <a:lvl7pPr lvl="6"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7pPr>
            <a:lvl8pPr lvl="7"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8pPr>
            <a:lvl9pPr lvl="8" marR="0" rtl="0" algn="l">
              <a:spcBef>
                <a:spcPts val="0"/>
              </a:spcBef>
              <a:spcAft>
                <a:spcPts val="0"/>
              </a:spcAft>
              <a:buSzPts val="1400"/>
              <a:buNone/>
              <a:defRPr b="0" i="0" sz="1800" u="none" cap="none" strike="noStrike">
                <a:solidFill>
                  <a:schemeClr val="dk1"/>
                </a:solidFill>
                <a:latin typeface="Trebuchet MS"/>
                <a:ea typeface="Trebuchet MS"/>
                <a:cs typeface="Trebuchet MS"/>
                <a:sym typeface="Trebuchet MS"/>
              </a:defRPr>
            </a:lvl9pPr>
          </a:lstStyle>
          <a:p/>
        </p:txBody>
      </p:sp>
      <p:sp>
        <p:nvSpPr>
          <p:cNvPr id="25" name="Google Shape;25;p1"/>
          <p:cNvSpPr txBox="1"/>
          <p:nvPr>
            <p:ph idx="12" type="sldNum"/>
          </p:nvPr>
        </p:nvSpPr>
        <p:spPr>
          <a:xfrm>
            <a:off x="8590663" y="6041362"/>
            <a:ext cx="683339"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chemeClr val="accent1"/>
                </a:solidFill>
                <a:latin typeface="Trebuchet MS"/>
                <a:ea typeface="Trebuchet MS"/>
                <a:cs typeface="Trebuchet MS"/>
                <a:sym typeface="Trebuchet MS"/>
              </a:defRPr>
            </a:lvl1pPr>
            <a:lvl2pPr indent="0" lvl="1" marL="0" marR="0" rtl="0" algn="r">
              <a:spcBef>
                <a:spcPts val="0"/>
              </a:spcBef>
              <a:buNone/>
              <a:defRPr b="0" i="0" sz="900" u="none" cap="none" strike="noStrike">
                <a:solidFill>
                  <a:schemeClr val="accent1"/>
                </a:solidFill>
                <a:latin typeface="Trebuchet MS"/>
                <a:ea typeface="Trebuchet MS"/>
                <a:cs typeface="Trebuchet MS"/>
                <a:sym typeface="Trebuchet MS"/>
              </a:defRPr>
            </a:lvl2pPr>
            <a:lvl3pPr indent="0" lvl="2" marL="0" marR="0" rtl="0" algn="r">
              <a:spcBef>
                <a:spcPts val="0"/>
              </a:spcBef>
              <a:buNone/>
              <a:defRPr b="0" i="0" sz="900" u="none" cap="none" strike="noStrike">
                <a:solidFill>
                  <a:schemeClr val="accent1"/>
                </a:solidFill>
                <a:latin typeface="Trebuchet MS"/>
                <a:ea typeface="Trebuchet MS"/>
                <a:cs typeface="Trebuchet MS"/>
                <a:sym typeface="Trebuchet MS"/>
              </a:defRPr>
            </a:lvl3pPr>
            <a:lvl4pPr indent="0" lvl="3" marL="0" marR="0" rtl="0" algn="r">
              <a:spcBef>
                <a:spcPts val="0"/>
              </a:spcBef>
              <a:buNone/>
              <a:defRPr b="0" i="0" sz="900" u="none" cap="none" strike="noStrike">
                <a:solidFill>
                  <a:schemeClr val="accent1"/>
                </a:solidFill>
                <a:latin typeface="Trebuchet MS"/>
                <a:ea typeface="Trebuchet MS"/>
                <a:cs typeface="Trebuchet MS"/>
                <a:sym typeface="Trebuchet MS"/>
              </a:defRPr>
            </a:lvl4pPr>
            <a:lvl5pPr indent="0" lvl="4" marL="0" marR="0" rtl="0" algn="r">
              <a:spcBef>
                <a:spcPts val="0"/>
              </a:spcBef>
              <a:buNone/>
              <a:defRPr b="0" i="0" sz="900" u="none" cap="none" strike="noStrike">
                <a:solidFill>
                  <a:schemeClr val="accent1"/>
                </a:solidFill>
                <a:latin typeface="Trebuchet MS"/>
                <a:ea typeface="Trebuchet MS"/>
                <a:cs typeface="Trebuchet MS"/>
                <a:sym typeface="Trebuchet MS"/>
              </a:defRPr>
            </a:lvl5pPr>
            <a:lvl6pPr indent="0" lvl="5" marL="0" marR="0" rtl="0" algn="r">
              <a:spcBef>
                <a:spcPts val="0"/>
              </a:spcBef>
              <a:buNone/>
              <a:defRPr b="0" i="0" sz="900" u="none" cap="none" strike="noStrike">
                <a:solidFill>
                  <a:schemeClr val="accent1"/>
                </a:solidFill>
                <a:latin typeface="Trebuchet MS"/>
                <a:ea typeface="Trebuchet MS"/>
                <a:cs typeface="Trebuchet MS"/>
                <a:sym typeface="Trebuchet MS"/>
              </a:defRPr>
            </a:lvl6pPr>
            <a:lvl7pPr indent="0" lvl="6" marL="0" marR="0" rtl="0" algn="r">
              <a:spcBef>
                <a:spcPts val="0"/>
              </a:spcBef>
              <a:buNone/>
              <a:defRPr b="0" i="0" sz="900" u="none" cap="none" strike="noStrike">
                <a:solidFill>
                  <a:schemeClr val="accent1"/>
                </a:solidFill>
                <a:latin typeface="Trebuchet MS"/>
                <a:ea typeface="Trebuchet MS"/>
                <a:cs typeface="Trebuchet MS"/>
                <a:sym typeface="Trebuchet MS"/>
              </a:defRPr>
            </a:lvl7pPr>
            <a:lvl8pPr indent="0" lvl="7" marL="0" marR="0" rtl="0" algn="r">
              <a:spcBef>
                <a:spcPts val="0"/>
              </a:spcBef>
              <a:buNone/>
              <a:defRPr b="0" i="0" sz="900" u="none" cap="none" strike="noStrike">
                <a:solidFill>
                  <a:schemeClr val="accent1"/>
                </a:solidFill>
                <a:latin typeface="Trebuchet MS"/>
                <a:ea typeface="Trebuchet MS"/>
                <a:cs typeface="Trebuchet MS"/>
                <a:sym typeface="Trebuchet MS"/>
              </a:defRPr>
            </a:lvl8pPr>
            <a:lvl9pPr indent="0" lvl="8" marL="0" marR="0" rtl="0" algn="r">
              <a:spcBef>
                <a:spcPts val="0"/>
              </a:spcBef>
              <a:buNone/>
              <a:defRPr b="0" i="0" sz="900" u="none" cap="none" strike="noStrike">
                <a:solidFill>
                  <a:schemeClr val="accent1"/>
                </a:solidFill>
                <a:latin typeface="Trebuchet MS"/>
                <a:ea typeface="Trebuchet MS"/>
                <a:cs typeface="Trebuchet MS"/>
                <a:sym typeface="Trebuchet MS"/>
              </a:defRPr>
            </a:lvl9pPr>
          </a:lstStyle>
          <a:p>
            <a:pPr indent="0" lvl="0" marL="0" rtl="0" algn="r">
              <a:spcBef>
                <a:spcPts val="0"/>
              </a:spcBef>
              <a:spcAft>
                <a:spcPts val="0"/>
              </a:spcAft>
              <a:buNone/>
            </a:pPr>
            <a:fld id="{00000000-1234-1234-1234-123412341234}" type="slidenum">
              <a:rPr lang="en-US"/>
              <a:t>‹#›</a:t>
            </a:fld>
            <a:endParaRPr/>
          </a:p>
        </p:txBody>
      </p:sp>
      <p:sp>
        <p:nvSpPr>
          <p:cNvPr id="26" name="Google Shape;26;p1"/>
          <p:cNvSpPr txBox="1"/>
          <p:nvPr/>
        </p:nvSpPr>
        <p:spPr>
          <a:xfrm>
            <a:off x="660396" y="6378906"/>
            <a:ext cx="2743200" cy="365125"/>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b="0" i="0" sz="1100" u="none" cap="none" strike="noStrike">
              <a:solidFill>
                <a:schemeClr val="accent2"/>
              </a:solidFill>
              <a:latin typeface="Trebuchet MS"/>
              <a:ea typeface="Trebuchet MS"/>
              <a:cs typeface="Trebuchet MS"/>
              <a:sym typeface="Trebuchet MS"/>
            </a:endParaRPr>
          </a:p>
        </p:txBody>
      </p:sp>
      <p:sp>
        <p:nvSpPr>
          <p:cNvPr id="27" name="Google Shape;27;p1"/>
          <p:cNvSpPr txBox="1"/>
          <p:nvPr/>
        </p:nvSpPr>
        <p:spPr>
          <a:xfrm>
            <a:off x="1445526" y="6378906"/>
            <a:ext cx="4114800" cy="365125"/>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i="0" lang="en-US" sz="1100" u="none" cap="none" strike="noStrike">
                <a:solidFill>
                  <a:schemeClr val="accent2"/>
                </a:solidFill>
                <a:latin typeface="Trebuchet MS"/>
                <a:ea typeface="Trebuchet MS"/>
                <a:cs typeface="Trebuchet MS"/>
                <a:sym typeface="Trebuchet MS"/>
              </a:rPr>
              <a:t>Annual Review</a:t>
            </a:r>
            <a:endParaRPr b="1" i="0" sz="1100" u="none" cap="none" strike="noStrike">
              <a:solidFill>
                <a:schemeClr val="accent2"/>
              </a:solidFill>
              <a:latin typeface="Trebuchet MS"/>
              <a:ea typeface="Trebuchet MS"/>
              <a:cs typeface="Trebuchet MS"/>
              <a:sym typeface="Trebuchet MS"/>
            </a:endParaRPr>
          </a:p>
        </p:txBody>
      </p:sp>
      <p:sp>
        <p:nvSpPr>
          <p:cNvPr id="28" name="Google Shape;28;p1"/>
          <p:cNvSpPr txBox="1"/>
          <p:nvPr/>
        </p:nvSpPr>
        <p:spPr>
          <a:xfrm>
            <a:off x="8805338" y="6378906"/>
            <a:ext cx="2743200" cy="365125"/>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100" u="none" cap="none" strike="noStrike">
                <a:solidFill>
                  <a:schemeClr val="accent4"/>
                </a:solidFill>
                <a:latin typeface="Trebuchet MS"/>
                <a:ea typeface="Trebuchet MS"/>
                <a:cs typeface="Trebuchet MS"/>
                <a:sym typeface="Trebuchet MS"/>
              </a:rPr>
              <a:t>‹#›</a:t>
            </a:fld>
            <a:endParaRPr b="0" i="0" sz="1100" u="none" cap="none" strike="noStrike">
              <a:solidFill>
                <a:schemeClr val="accent4"/>
              </a:solidFill>
              <a:latin typeface="Trebuchet MS"/>
              <a:ea typeface="Trebuchet MS"/>
              <a:cs typeface="Trebuchet MS"/>
              <a:sym typeface="Trebuchet MS"/>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jp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jp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jp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jp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jp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jp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23"/>
          <p:cNvSpPr txBox="1"/>
          <p:nvPr>
            <p:ph idx="1" type="body"/>
          </p:nvPr>
        </p:nvSpPr>
        <p:spPr>
          <a:xfrm>
            <a:off x="734060" y="3429000"/>
            <a:ext cx="9921240" cy="861695"/>
          </a:xfrm>
          <a:prstGeom prst="rect">
            <a:avLst/>
          </a:prstGeom>
          <a:noFill/>
          <a:ln>
            <a:noFill/>
          </a:ln>
        </p:spPr>
        <p:txBody>
          <a:bodyPr anchorCtr="0" anchor="t" bIns="45700" lIns="91425" spcFirstLastPara="1" rIns="91425" wrap="square" tIns="45700">
            <a:normAutofit/>
          </a:bodyPr>
          <a:lstStyle/>
          <a:p>
            <a:pPr indent="0" lvl="0" marL="0" rtl="0" algn="r">
              <a:spcBef>
                <a:spcPts val="0"/>
              </a:spcBef>
              <a:spcAft>
                <a:spcPts val="0"/>
              </a:spcAft>
              <a:buSzPts val="1600"/>
              <a:buNone/>
            </a:pPr>
            <a:r>
              <a:rPr b="0" lang="en-US">
                <a:solidFill>
                  <a:schemeClr val="dk1"/>
                </a:solidFill>
              </a:rPr>
              <a:t>Student Name: Aswini Bojja </a:t>
            </a:r>
            <a:endParaRPr b="0">
              <a:solidFill>
                <a:schemeClr val="dk1"/>
              </a:solidFill>
            </a:endParaRPr>
          </a:p>
          <a:p>
            <a:pPr indent="0" lvl="0" marL="0" rtl="0" algn="r">
              <a:spcBef>
                <a:spcPts val="1000"/>
              </a:spcBef>
              <a:spcAft>
                <a:spcPts val="0"/>
              </a:spcAft>
              <a:buSzPts val="1600"/>
              <a:buNone/>
            </a:pPr>
            <a:r>
              <a:rPr b="0" lang="en-US">
                <a:solidFill>
                  <a:schemeClr val="dk1"/>
                </a:solidFill>
              </a:rPr>
              <a:t>College Name- Kakinada Institute of Engineerinng and Technology </a:t>
            </a:r>
            <a:endParaRPr b="0">
              <a:solidFill>
                <a:schemeClr val="dk1"/>
              </a:solidFill>
            </a:endParaRPr>
          </a:p>
        </p:txBody>
      </p:sp>
      <p:sp>
        <p:nvSpPr>
          <p:cNvPr id="198" name="Google Shape;198;p23"/>
          <p:cNvSpPr txBox="1"/>
          <p:nvPr>
            <p:ph type="title"/>
          </p:nvPr>
        </p:nvSpPr>
        <p:spPr>
          <a:xfrm>
            <a:off x="1109980" y="2685415"/>
            <a:ext cx="10113645" cy="743585"/>
          </a:xfrm>
          <a:prstGeom prst="rect">
            <a:avLst/>
          </a:prstGeom>
          <a:noFill/>
          <a:ln>
            <a:noFill/>
          </a:ln>
        </p:spPr>
        <p:txBody>
          <a:bodyPr anchorCtr="0" anchor="t" bIns="45700" lIns="91425" spcFirstLastPara="1" rIns="91425" wrap="square" tIns="45700">
            <a:normAutofit fontScale="90000"/>
          </a:bodyPr>
          <a:lstStyle/>
          <a:p>
            <a:pPr indent="0" lvl="0" marL="0" rtl="0" algn="l">
              <a:spcBef>
                <a:spcPts val="0"/>
              </a:spcBef>
              <a:spcAft>
                <a:spcPts val="0"/>
              </a:spcAft>
              <a:buClr>
                <a:schemeClr val="dk1"/>
              </a:buClr>
              <a:buSzPct val="100000"/>
              <a:buFont typeface="Trebuchet MS"/>
              <a:buNone/>
            </a:pPr>
            <a:r>
              <a:rPr lang="en-US" sz="3200"/>
              <a:t>Project Title - Seasonal Agriculture Performance Analysis</a:t>
            </a:r>
            <a:endParaRPr sz="3200"/>
          </a:p>
        </p:txBody>
      </p:sp>
      <p:pic>
        <p:nvPicPr>
          <p:cNvPr id="199" name="Google Shape;199;p23"/>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200" name="Google Shape;200;p23"/>
          <p:cNvSpPr txBox="1"/>
          <p:nvPr/>
        </p:nvSpPr>
        <p:spPr>
          <a:xfrm>
            <a:off x="5530850" y="4515485"/>
            <a:ext cx="5927090" cy="368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chemeClr val="dk1"/>
                </a:solidFill>
                <a:latin typeface="Trebuchet MS"/>
                <a:ea typeface="Trebuchet MS"/>
                <a:cs typeface="Trebuchet MS"/>
                <a:sym typeface="Trebuchet MS"/>
              </a:rPr>
              <a:t>AICTE STU ID :STU6a6cbdb7e9a261785511351</a:t>
            </a:r>
            <a:endParaRPr b="1" sz="1800">
              <a:solidFill>
                <a:schemeClr val="dk1"/>
              </a:solidFill>
              <a:latin typeface="Trebuchet MS"/>
              <a:ea typeface="Trebuchet MS"/>
              <a:cs typeface="Trebuchet MS"/>
              <a:sym typeface="Trebuchet M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8"/>
                                        </p:tgtEl>
                                        <p:attrNameLst>
                                          <p:attrName>style.visibility</p:attrName>
                                        </p:attrNameLst>
                                      </p:cBhvr>
                                      <p:to>
                                        <p:strVal val="visible"/>
                                      </p:to>
                                    </p:set>
                                    <p:animEffect filter="fade" transition="in">
                                      <p:cBhvr>
                                        <p:cTn dur="1822"/>
                                        <p:tgtEl>
                                          <p:spTgt spid="19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0" st="0"/>
                                            </p:txEl>
                                          </p:spTgt>
                                        </p:tgtEl>
                                        <p:attrNameLst>
                                          <p:attrName>style.visibility</p:attrName>
                                        </p:attrNameLst>
                                      </p:cBhvr>
                                      <p:to>
                                        <p:strVal val="visible"/>
                                      </p:to>
                                    </p:set>
                                    <p:animEffect filter="fade" transition="in">
                                      <p:cBhvr>
                                        <p:cTn dur="500"/>
                                        <p:tgtEl>
                                          <p:spTgt spid="19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1" st="1"/>
                                            </p:txEl>
                                          </p:spTgt>
                                        </p:tgtEl>
                                        <p:attrNameLst>
                                          <p:attrName>style.visibility</p:attrName>
                                        </p:attrNameLst>
                                      </p:cBhvr>
                                      <p:to>
                                        <p:strVal val="visible"/>
                                      </p:to>
                                    </p:set>
                                    <p:animEffect filter="fade" transition="in">
                                      <p:cBhvr>
                                        <p:cTn dur="500"/>
                                        <p:tgtEl>
                                          <p:spTgt spid="197">
                                            <p:txEl>
                                              <p:pRg end="1" st="1"/>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4"/>
          <p:cNvSpPr txBox="1"/>
          <p:nvPr>
            <p:ph idx="1" type="body"/>
          </p:nvPr>
        </p:nvSpPr>
        <p:spPr>
          <a:xfrm>
            <a:off x="935425" y="1340525"/>
            <a:ext cx="6995700" cy="5131500"/>
          </a:xfrm>
          <a:prstGeom prst="rect">
            <a:avLst/>
          </a:prstGeom>
          <a:noFill/>
          <a:ln>
            <a:noFill/>
          </a:ln>
        </p:spPr>
        <p:txBody>
          <a:bodyPr anchorCtr="0" anchor="t" bIns="45700" lIns="91425" spcFirstLastPara="1" rIns="91425" wrap="square" tIns="45700">
            <a:noAutofit/>
          </a:bodyPr>
          <a:lstStyle/>
          <a:p>
            <a:pPr indent="457200" lvl="0" marL="0" rtl="0" algn="just">
              <a:spcBef>
                <a:spcPts val="0"/>
              </a:spcBef>
              <a:spcAft>
                <a:spcPts val="0"/>
              </a:spcAft>
              <a:buSzPts val="1440"/>
              <a:buNone/>
            </a:pPr>
            <a:r>
              <a:rPr lang="en-US"/>
              <a:t>Agricultural activities are influenced by seasonal variations in environmental conditions, farming practices, resource availability and market conditions. As a result, agricultural performance may differ from one season to another. </a:t>
            </a:r>
            <a:endParaRPr/>
          </a:p>
          <a:p>
            <a:pPr indent="0" lvl="0" marL="0" rtl="0" algn="just">
              <a:spcBef>
                <a:spcPts val="0"/>
              </a:spcBef>
              <a:spcAft>
                <a:spcPts val="0"/>
              </a:spcAft>
              <a:buSzPts val="1440"/>
              <a:buNone/>
            </a:pPr>
            <a:r>
              <a:rPr lang="en-US"/>
              <a:t>However, raw agricultural data does not clearly explain how agricultural performance changes across seasons or what patterns can be observed in different seasonal conditions. </a:t>
            </a:r>
            <a:endParaRPr/>
          </a:p>
          <a:p>
            <a:pPr indent="0" lvl="0" marL="0" rtl="0" algn="just">
              <a:spcBef>
                <a:spcPts val="0"/>
              </a:spcBef>
              <a:spcAft>
                <a:spcPts val="0"/>
              </a:spcAft>
              <a:buSzPts val="1440"/>
              <a:buNone/>
            </a:pPr>
            <a:r>
              <a:rPr lang="en-US"/>
              <a:t>The problem is to analyze the given agricultural dataset and investigate seasonal differences in agricultural performance by identifying meaningful patterns, trends, relationships and variations within the available data.</a:t>
            </a:r>
            <a:endParaRPr sz="1800">
              <a:latin typeface="Calibri"/>
              <a:ea typeface="Calibri"/>
              <a:cs typeface="Calibri"/>
              <a:sym typeface="Calibri"/>
            </a:endParaRPr>
          </a:p>
        </p:txBody>
      </p:sp>
      <p:sp>
        <p:nvSpPr>
          <p:cNvPr id="206" name="Google Shape;206;p24"/>
          <p:cNvSpPr txBox="1"/>
          <p:nvPr>
            <p:ph type="title"/>
          </p:nvPr>
        </p:nvSpPr>
        <p:spPr>
          <a:xfrm>
            <a:off x="754602" y="550417"/>
            <a:ext cx="6995604" cy="790111"/>
          </a:xfrm>
          <a:prstGeom prst="rect">
            <a:avLst/>
          </a:prstGeom>
          <a:noFill/>
          <a:ln>
            <a:noFill/>
          </a:ln>
        </p:spPr>
        <p:txBody>
          <a:bodyPr anchorCtr="0" anchor="t" bIns="45700" lIns="91425" spcFirstLastPara="1" rIns="91425" wrap="square" tIns="45700">
            <a:normAutofit fontScale="90000"/>
          </a:bodyPr>
          <a:lstStyle/>
          <a:p>
            <a:pPr indent="0" lvl="0" marL="0" rtl="0" algn="l">
              <a:spcBef>
                <a:spcPts val="0"/>
              </a:spcBef>
              <a:spcAft>
                <a:spcPts val="0"/>
              </a:spcAft>
              <a:buClr>
                <a:schemeClr val="dk1"/>
              </a:buClr>
              <a:buSzPct val="100000"/>
              <a:buFont typeface="Trebuchet MS"/>
              <a:buNone/>
            </a:pPr>
            <a:r>
              <a:rPr lang="en-US"/>
              <a:t>PROBLEM  STATEMENT</a:t>
            </a:r>
            <a:endParaRPr/>
          </a:p>
        </p:txBody>
      </p:sp>
      <p:pic>
        <p:nvPicPr>
          <p:cNvPr id="207" name="Google Shape;207;p24"/>
          <p:cNvPicPr preferRelativeResize="0"/>
          <p:nvPr/>
        </p:nvPicPr>
        <p:blipFill rotWithShape="1">
          <a:blip r:embed="rId3">
            <a:alphaModFix/>
          </a:blip>
          <a:srcRect b="0" l="0" r="0" t="0"/>
          <a:stretch/>
        </p:blipFill>
        <p:spPr>
          <a:xfrm>
            <a:off x="7995684" y="2930834"/>
            <a:ext cx="2760758" cy="3264409"/>
          </a:xfrm>
          <a:prstGeom prst="rect">
            <a:avLst/>
          </a:prstGeom>
          <a:noFill/>
          <a:ln>
            <a:noFill/>
          </a:ln>
        </p:spPr>
      </p:pic>
      <p:pic>
        <p:nvPicPr>
          <p:cNvPr id="208" name="Google Shape;208;p24"/>
          <p:cNvPicPr preferRelativeResize="0"/>
          <p:nvPr/>
        </p:nvPicPr>
        <p:blipFill rotWithShape="1">
          <a:blip r:embed="rId4">
            <a:alphaModFix/>
          </a:blip>
          <a:srcRect b="0" l="0" r="0" t="96181"/>
          <a:stretch/>
        </p:blipFill>
        <p:spPr>
          <a:xfrm>
            <a:off x="675957" y="6471920"/>
            <a:ext cx="2143125" cy="19304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06"/>
                                        </p:tgtEl>
                                        <p:attrNameLst>
                                          <p:attrName>style.visibility</p:attrName>
                                        </p:attrNameLst>
                                      </p:cBhvr>
                                      <p:to>
                                        <p:strVal val="visible"/>
                                      </p:to>
                                    </p:set>
                                    <p:anim calcmode="lin" valueType="num">
                                      <p:cBhvr additive="base">
                                        <p:cTn dur="500"/>
                                        <p:tgtEl>
                                          <p:spTgt spid="206"/>
                                        </p:tgtEl>
                                        <p:attrNameLst>
                                          <p:attrName>ppt_w</p:attrName>
                                        </p:attrNameLst>
                                      </p:cBhvr>
                                      <p:tavLst>
                                        <p:tav fmla="" tm="0">
                                          <p:val>
                                            <p:strVal val="0"/>
                                          </p:val>
                                        </p:tav>
                                        <p:tav fmla="" tm="100000">
                                          <p:val>
                                            <p:strVal val="#ppt_w"/>
                                          </p:val>
                                        </p:tav>
                                      </p:tavLst>
                                    </p:anim>
                                    <p:anim calcmode="lin" valueType="num">
                                      <p:cBhvr additive="base">
                                        <p:cTn dur="500"/>
                                        <p:tgtEl>
                                          <p:spTgt spid="206"/>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5">
                                            <p:txEl>
                                              <p:pRg end="0" st="0"/>
                                            </p:txEl>
                                          </p:spTgt>
                                        </p:tgtEl>
                                        <p:attrNameLst>
                                          <p:attrName>style.visibility</p:attrName>
                                        </p:attrNameLst>
                                      </p:cBhvr>
                                      <p:to>
                                        <p:strVal val="visible"/>
                                      </p:to>
                                    </p:set>
                                    <p:animEffect filter="fade" transition="in">
                                      <p:cBhvr>
                                        <p:cTn dur="1000"/>
                                        <p:tgtEl>
                                          <p:spTgt spid="205">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5">
                                            <p:txEl>
                                              <p:pRg end="1" st="1"/>
                                            </p:txEl>
                                          </p:spTgt>
                                        </p:tgtEl>
                                        <p:attrNameLst>
                                          <p:attrName>style.visibility</p:attrName>
                                        </p:attrNameLst>
                                      </p:cBhvr>
                                      <p:to>
                                        <p:strVal val="visible"/>
                                      </p:to>
                                    </p:set>
                                    <p:animEffect filter="fade" transition="in">
                                      <p:cBhvr>
                                        <p:cTn dur="1000"/>
                                        <p:tgtEl>
                                          <p:spTgt spid="205">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5">
                                            <p:txEl>
                                              <p:pRg end="2" st="2"/>
                                            </p:txEl>
                                          </p:spTgt>
                                        </p:tgtEl>
                                        <p:attrNameLst>
                                          <p:attrName>style.visibility</p:attrName>
                                        </p:attrNameLst>
                                      </p:cBhvr>
                                      <p:to>
                                        <p:strVal val="visible"/>
                                      </p:to>
                                    </p:set>
                                    <p:animEffect filter="fade" transition="in">
                                      <p:cBhvr>
                                        <p:cTn dur="1000"/>
                                        <p:tgtEl>
                                          <p:spTgt spid="205">
                                            <p:txEl>
                                              <p:pRg end="2" st="2"/>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212" name="Shape 212"/>
        <p:cNvGrpSpPr/>
        <p:nvPr/>
      </p:nvGrpSpPr>
      <p:grpSpPr>
        <a:xfrm>
          <a:off x="0" y="0"/>
          <a:ext cx="0" cy="0"/>
          <a:chOff x="0" y="0"/>
          <a:chExt cx="0" cy="0"/>
        </a:xfrm>
      </p:grpSpPr>
      <p:sp>
        <p:nvSpPr>
          <p:cNvPr id="213" name="Google Shape;213;p25"/>
          <p:cNvSpPr txBox="1"/>
          <p:nvPr>
            <p:ph type="title"/>
          </p:nvPr>
        </p:nvSpPr>
        <p:spPr>
          <a:xfrm>
            <a:off x="660400" y="805244"/>
            <a:ext cx="6276000" cy="890700"/>
          </a:xfrm>
          <a:prstGeom prst="rect">
            <a:avLst/>
          </a:prstGeom>
          <a:noFill/>
          <a:ln>
            <a:noFill/>
          </a:ln>
        </p:spPr>
        <p:txBody>
          <a:bodyPr anchorCtr="0" anchor="t" bIns="45700" lIns="91425" spcFirstLastPara="1" rIns="91425" wrap="square" tIns="45700">
            <a:normAutofit fontScale="90000"/>
          </a:bodyPr>
          <a:lstStyle/>
          <a:p>
            <a:pPr indent="0" lvl="0" marL="0" rtl="0" algn="l">
              <a:spcBef>
                <a:spcPts val="0"/>
              </a:spcBef>
              <a:spcAft>
                <a:spcPts val="0"/>
              </a:spcAft>
              <a:buClr>
                <a:schemeClr val="dk1"/>
              </a:buClr>
              <a:buSzPct val="100000"/>
              <a:buFont typeface="Trebuchet MS"/>
              <a:buNone/>
            </a:pPr>
            <a:r>
              <a:rPr lang="en-US"/>
              <a:t>Project Description</a:t>
            </a:r>
            <a:br>
              <a:rPr lang="en-US"/>
            </a:br>
            <a:endParaRPr/>
          </a:p>
          <a:p>
            <a:pPr indent="457200" lvl="0" marL="0" rtl="0" algn="just">
              <a:spcBef>
                <a:spcPts val="0"/>
              </a:spcBef>
              <a:spcAft>
                <a:spcPts val="0"/>
              </a:spcAft>
              <a:buClr>
                <a:schemeClr val="dk1"/>
              </a:buClr>
              <a:buSzPct val="147945"/>
              <a:buFont typeface="Trebuchet MS"/>
              <a:buNone/>
            </a:pPr>
            <a:br>
              <a:rPr b="0" lang="en-US" sz="3244">
                <a:latin typeface="Calibri"/>
                <a:ea typeface="Calibri"/>
                <a:cs typeface="Calibri"/>
                <a:sym typeface="Calibri"/>
              </a:rPr>
            </a:br>
            <a:endParaRPr b="0" sz="3244">
              <a:latin typeface="Calibri"/>
              <a:ea typeface="Calibri"/>
              <a:cs typeface="Calibri"/>
              <a:sym typeface="Calibri"/>
            </a:endParaRPr>
          </a:p>
        </p:txBody>
      </p:sp>
      <p:pic>
        <p:nvPicPr>
          <p:cNvPr id="214" name="Google Shape;214;p25"/>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pic>
        <p:nvPicPr>
          <p:cNvPr id="215" name="Google Shape;215;p25"/>
          <p:cNvPicPr preferRelativeResize="0"/>
          <p:nvPr/>
        </p:nvPicPr>
        <p:blipFill rotWithShape="1">
          <a:blip r:embed="rId4">
            <a:alphaModFix/>
          </a:blip>
          <a:srcRect b="0" l="0" r="0" t="0"/>
          <a:stretch/>
        </p:blipFill>
        <p:spPr>
          <a:xfrm>
            <a:off x="467359" y="6410461"/>
            <a:ext cx="3706253" cy="296092"/>
          </a:xfrm>
          <a:prstGeom prst="rect">
            <a:avLst/>
          </a:prstGeom>
          <a:noFill/>
          <a:ln>
            <a:noFill/>
          </a:ln>
        </p:spPr>
      </p:pic>
      <p:sp>
        <p:nvSpPr>
          <p:cNvPr id="216" name="Google Shape;216;p25"/>
          <p:cNvSpPr txBox="1"/>
          <p:nvPr/>
        </p:nvSpPr>
        <p:spPr>
          <a:xfrm>
            <a:off x="816700" y="2012400"/>
            <a:ext cx="8312400" cy="3656400"/>
          </a:xfrm>
          <a:prstGeom prst="rect">
            <a:avLst/>
          </a:prstGeom>
          <a:noFill/>
          <a:ln>
            <a:noFill/>
          </a:ln>
        </p:spPr>
        <p:txBody>
          <a:bodyPr anchorCtr="0" anchor="t" bIns="91425" lIns="91425" spcFirstLastPara="1" rIns="91425" wrap="square" tIns="91425">
            <a:spAutoFit/>
          </a:bodyPr>
          <a:lstStyle/>
          <a:p>
            <a:pPr indent="457200" lvl="0" marL="0" rtl="0" algn="just">
              <a:spcBef>
                <a:spcPts val="0"/>
              </a:spcBef>
              <a:spcAft>
                <a:spcPts val="0"/>
              </a:spcAft>
              <a:buClr>
                <a:schemeClr val="dk1"/>
              </a:buClr>
              <a:buSzPts val="4800"/>
              <a:buFont typeface="Trebuchet MS"/>
              <a:buNone/>
            </a:pPr>
            <a:r>
              <a:rPr lang="en-US" sz="3222">
                <a:solidFill>
                  <a:schemeClr val="dk1"/>
                </a:solidFill>
                <a:latin typeface="Calibri"/>
                <a:ea typeface="Calibri"/>
                <a:cs typeface="Calibri"/>
                <a:sym typeface="Calibri"/>
              </a:rPr>
              <a:t>This project analyzes agricultural data to understand how farming performance changes in different seasons. It studies the data to find patterns, trends, and differences between seasons. The project helps us understand which seasons perform better and how different factors affect agricultural performance.</a:t>
            </a:r>
            <a:endParaRPr sz="1800">
              <a:solidFill>
                <a:srgbClr val="3F3F3F"/>
              </a:solidFill>
              <a:latin typeface="Trebuchet MS"/>
              <a:ea typeface="Trebuchet MS"/>
              <a:cs typeface="Trebuchet MS"/>
              <a:sym typeface="Trebuchet M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13"/>
                                        </p:tgtEl>
                                        <p:attrNameLst>
                                          <p:attrName>style.visibility</p:attrName>
                                        </p:attrNameLst>
                                      </p:cBhvr>
                                      <p:to>
                                        <p:strVal val="visible"/>
                                      </p:to>
                                    </p:set>
                                    <p:anim calcmode="lin" valueType="num">
                                      <p:cBhvr additive="base">
                                        <p:cTn dur="500"/>
                                        <p:tgtEl>
                                          <p:spTgt spid="213"/>
                                        </p:tgtEl>
                                        <p:attrNameLst>
                                          <p:attrName>ppt_w</p:attrName>
                                        </p:attrNameLst>
                                      </p:cBhvr>
                                      <p:tavLst>
                                        <p:tav fmla="" tm="0">
                                          <p:val>
                                            <p:strVal val="0"/>
                                          </p:val>
                                        </p:tav>
                                        <p:tav fmla="" tm="100000">
                                          <p:val>
                                            <p:strVal val="#ppt_w"/>
                                          </p:val>
                                        </p:tav>
                                      </p:tavLst>
                                    </p:anim>
                                    <p:anim calcmode="lin" valueType="num">
                                      <p:cBhvr additive="base">
                                        <p:cTn dur="500"/>
                                        <p:tgtEl>
                                          <p:spTgt spid="213"/>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26"/>
          <p:cNvSpPr txBox="1"/>
          <p:nvPr>
            <p:ph idx="1" type="body"/>
          </p:nvPr>
        </p:nvSpPr>
        <p:spPr>
          <a:xfrm>
            <a:off x="721359" y="1991360"/>
            <a:ext cx="7904481" cy="3990023"/>
          </a:xfrm>
          <a:prstGeom prst="rect">
            <a:avLst/>
          </a:prstGeom>
          <a:noFill/>
          <a:ln>
            <a:noFill/>
          </a:ln>
        </p:spPr>
        <p:txBody>
          <a:bodyPr anchorCtr="0" anchor="t" bIns="45700" lIns="91425" spcFirstLastPara="1" rIns="91425" wrap="square" tIns="45700">
            <a:normAutofit fontScale="92500"/>
          </a:bodyPr>
          <a:lstStyle/>
          <a:p>
            <a:pPr indent="-440055" lvl="0" marL="457200" rtl="0" algn="just">
              <a:lnSpc>
                <a:spcPct val="150000"/>
              </a:lnSpc>
              <a:spcBef>
                <a:spcPts val="0"/>
              </a:spcBef>
              <a:spcAft>
                <a:spcPts val="0"/>
              </a:spcAft>
              <a:buSzPct val="100000"/>
              <a:buFont typeface="Calibri"/>
              <a:buChar char="●"/>
            </a:pPr>
            <a:r>
              <a:rPr lang="en-US" sz="3600">
                <a:latin typeface="Calibri"/>
                <a:ea typeface="Calibri"/>
                <a:cs typeface="Calibri"/>
                <a:sym typeface="Calibri"/>
              </a:rPr>
              <a:t>Farmers &amp; Agricultural Practitioners</a:t>
            </a:r>
            <a:endParaRPr sz="3600">
              <a:latin typeface="Calibri"/>
              <a:ea typeface="Calibri"/>
              <a:cs typeface="Calibri"/>
              <a:sym typeface="Calibri"/>
            </a:endParaRPr>
          </a:p>
          <a:p>
            <a:pPr indent="-440055" lvl="0" marL="457200" rtl="0" algn="just">
              <a:lnSpc>
                <a:spcPct val="150000"/>
              </a:lnSpc>
              <a:spcBef>
                <a:spcPts val="0"/>
              </a:spcBef>
              <a:spcAft>
                <a:spcPts val="0"/>
              </a:spcAft>
              <a:buSzPct val="100000"/>
              <a:buFont typeface="Calibri"/>
              <a:buChar char="●"/>
            </a:pPr>
            <a:r>
              <a:rPr lang="en-US" sz="3600">
                <a:latin typeface="Calibri"/>
                <a:ea typeface="Calibri"/>
                <a:cs typeface="Calibri"/>
                <a:sym typeface="Calibri"/>
              </a:rPr>
              <a:t>Agricultural Policy Makers &amp; Government Agencies  </a:t>
            </a:r>
            <a:endParaRPr sz="3600">
              <a:latin typeface="Calibri"/>
              <a:ea typeface="Calibri"/>
              <a:cs typeface="Calibri"/>
              <a:sym typeface="Calibri"/>
            </a:endParaRPr>
          </a:p>
          <a:p>
            <a:pPr indent="-440055" lvl="0" marL="457200" rtl="0" algn="just">
              <a:lnSpc>
                <a:spcPct val="150000"/>
              </a:lnSpc>
              <a:spcBef>
                <a:spcPts val="0"/>
              </a:spcBef>
              <a:spcAft>
                <a:spcPts val="0"/>
              </a:spcAft>
              <a:buSzPct val="100000"/>
              <a:buFont typeface="Calibri"/>
              <a:buChar char="●"/>
            </a:pPr>
            <a:r>
              <a:rPr lang="en-US" sz="3600">
                <a:latin typeface="Calibri"/>
                <a:ea typeface="Calibri"/>
                <a:cs typeface="Calibri"/>
                <a:sym typeface="Calibri"/>
              </a:rPr>
              <a:t>Financial Institutions &amp; Agri-Insurers</a:t>
            </a:r>
            <a:endParaRPr sz="3600">
              <a:latin typeface="Calibri"/>
              <a:ea typeface="Calibri"/>
              <a:cs typeface="Calibri"/>
              <a:sym typeface="Calibri"/>
            </a:endParaRPr>
          </a:p>
          <a:p>
            <a:pPr indent="-440055" lvl="0" marL="457200" rtl="0" algn="just">
              <a:lnSpc>
                <a:spcPct val="150000"/>
              </a:lnSpc>
              <a:spcBef>
                <a:spcPts val="0"/>
              </a:spcBef>
              <a:spcAft>
                <a:spcPts val="0"/>
              </a:spcAft>
              <a:buSzPct val="100000"/>
              <a:buFont typeface="Calibri"/>
              <a:buChar char="●"/>
            </a:pPr>
            <a:r>
              <a:rPr lang="en-US" sz="3600">
                <a:latin typeface="Calibri"/>
                <a:ea typeface="Calibri"/>
                <a:cs typeface="Calibri"/>
                <a:sym typeface="Calibri"/>
              </a:rPr>
              <a:t>Agri-Tech Developers &amp; Advisory Services  </a:t>
            </a:r>
            <a:endParaRPr sz="3600">
              <a:latin typeface="Calibri"/>
              <a:ea typeface="Calibri"/>
              <a:cs typeface="Calibri"/>
              <a:sym typeface="Calibri"/>
            </a:endParaRPr>
          </a:p>
        </p:txBody>
      </p:sp>
      <p:sp>
        <p:nvSpPr>
          <p:cNvPr id="222" name="Google Shape;222;p26"/>
          <p:cNvSpPr txBox="1"/>
          <p:nvPr>
            <p:ph type="title"/>
          </p:nvPr>
        </p:nvSpPr>
        <p:spPr>
          <a:xfrm>
            <a:off x="620008" y="876617"/>
            <a:ext cx="10046070" cy="802641"/>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3200"/>
              <a:buFont typeface="Trebuchet MS"/>
              <a:buNone/>
            </a:pPr>
            <a:r>
              <a:rPr lang="en-US" sz="3200"/>
              <a:t>WHO ARE THE END USERS?</a:t>
            </a:r>
            <a:endParaRPr sz="2000"/>
          </a:p>
        </p:txBody>
      </p:sp>
      <p:pic>
        <p:nvPicPr>
          <p:cNvPr id="223" name="Google Shape;223;p26"/>
          <p:cNvPicPr preferRelativeResize="0"/>
          <p:nvPr/>
        </p:nvPicPr>
        <p:blipFill rotWithShape="1">
          <a:blip r:embed="rId3">
            <a:alphaModFix/>
          </a:blip>
          <a:srcRect b="0" l="0" r="0" t="0"/>
          <a:stretch/>
        </p:blipFill>
        <p:spPr>
          <a:xfrm>
            <a:off x="721359" y="6176804"/>
            <a:ext cx="2181225" cy="4857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22"/>
                                        </p:tgtEl>
                                        <p:attrNameLst>
                                          <p:attrName>style.visibility</p:attrName>
                                        </p:attrNameLst>
                                      </p:cBhvr>
                                      <p:to>
                                        <p:strVal val="visible"/>
                                      </p:to>
                                    </p:set>
                                    <p:anim calcmode="lin" valueType="num">
                                      <p:cBhvr additive="base">
                                        <p:cTn dur="500"/>
                                        <p:tgtEl>
                                          <p:spTgt spid="222"/>
                                        </p:tgtEl>
                                        <p:attrNameLst>
                                          <p:attrName>ppt_w</p:attrName>
                                        </p:attrNameLst>
                                      </p:cBhvr>
                                      <p:tavLst>
                                        <p:tav fmla="" tm="0">
                                          <p:val>
                                            <p:strVal val="0"/>
                                          </p:val>
                                        </p:tav>
                                        <p:tav fmla="" tm="100000">
                                          <p:val>
                                            <p:strVal val="#ppt_w"/>
                                          </p:val>
                                        </p:tav>
                                      </p:tavLst>
                                    </p:anim>
                                    <p:anim calcmode="lin" valueType="num">
                                      <p:cBhvr additive="base">
                                        <p:cTn dur="500"/>
                                        <p:tgtEl>
                                          <p:spTgt spid="222"/>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
                                            <p:txEl>
                                              <p:pRg end="0" st="0"/>
                                            </p:txEl>
                                          </p:spTgt>
                                        </p:tgtEl>
                                        <p:attrNameLst>
                                          <p:attrName>style.visibility</p:attrName>
                                        </p:attrNameLst>
                                      </p:cBhvr>
                                      <p:to>
                                        <p:strVal val="visible"/>
                                      </p:to>
                                    </p:set>
                                    <p:animEffect filter="fade" transition="in">
                                      <p:cBhvr>
                                        <p:cTn dur="1000"/>
                                        <p:tgtEl>
                                          <p:spTgt spid="221">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
                                            <p:txEl>
                                              <p:pRg end="1" st="1"/>
                                            </p:txEl>
                                          </p:spTgt>
                                        </p:tgtEl>
                                        <p:attrNameLst>
                                          <p:attrName>style.visibility</p:attrName>
                                        </p:attrNameLst>
                                      </p:cBhvr>
                                      <p:to>
                                        <p:strVal val="visible"/>
                                      </p:to>
                                    </p:set>
                                    <p:animEffect filter="fade" transition="in">
                                      <p:cBhvr>
                                        <p:cTn dur="1000"/>
                                        <p:tgtEl>
                                          <p:spTgt spid="221">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
                                            <p:txEl>
                                              <p:pRg end="2" st="2"/>
                                            </p:txEl>
                                          </p:spTgt>
                                        </p:tgtEl>
                                        <p:attrNameLst>
                                          <p:attrName>style.visibility</p:attrName>
                                        </p:attrNameLst>
                                      </p:cBhvr>
                                      <p:to>
                                        <p:strVal val="visible"/>
                                      </p:to>
                                    </p:set>
                                    <p:animEffect filter="fade" transition="in">
                                      <p:cBhvr>
                                        <p:cTn dur="1000"/>
                                        <p:tgtEl>
                                          <p:spTgt spid="221">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
                                            <p:txEl>
                                              <p:pRg end="3" st="3"/>
                                            </p:txEl>
                                          </p:spTgt>
                                        </p:tgtEl>
                                        <p:attrNameLst>
                                          <p:attrName>style.visibility</p:attrName>
                                        </p:attrNameLst>
                                      </p:cBhvr>
                                      <p:to>
                                        <p:strVal val="visible"/>
                                      </p:to>
                                    </p:set>
                                    <p:animEffect filter="fade" transition="in">
                                      <p:cBhvr>
                                        <p:cTn dur="1000"/>
                                        <p:tgtEl>
                                          <p:spTgt spid="221">
                                            <p:txEl>
                                              <p:pRg end="3" st="3"/>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2F2F2"/>
        </a:solidFill>
      </p:bgPr>
    </p:bg>
    <p:spTree>
      <p:nvGrpSpPr>
        <p:cNvPr id="228" name="Shape 228"/>
        <p:cNvGrpSpPr/>
        <p:nvPr/>
      </p:nvGrpSpPr>
      <p:grpSpPr>
        <a:xfrm>
          <a:off x="0" y="0"/>
          <a:ext cx="0" cy="0"/>
          <a:chOff x="0" y="0"/>
          <a:chExt cx="0" cy="0"/>
        </a:xfrm>
      </p:grpSpPr>
      <p:pic>
        <p:nvPicPr>
          <p:cNvPr id="229" name="Google Shape;229;p27"/>
          <p:cNvPicPr preferRelativeResize="0"/>
          <p:nvPr/>
        </p:nvPicPr>
        <p:blipFill rotWithShape="1">
          <a:blip r:embed="rId3">
            <a:alphaModFix/>
          </a:blip>
          <a:srcRect b="0" l="0" r="0" t="0"/>
          <a:stretch/>
        </p:blipFill>
        <p:spPr>
          <a:xfrm>
            <a:off x="467359" y="6410461"/>
            <a:ext cx="3706253" cy="296092"/>
          </a:xfrm>
          <a:prstGeom prst="rect">
            <a:avLst/>
          </a:prstGeom>
          <a:noFill/>
          <a:ln>
            <a:noFill/>
          </a:ln>
        </p:spPr>
      </p:pic>
      <p:pic>
        <p:nvPicPr>
          <p:cNvPr id="230" name="Google Shape;230;p27"/>
          <p:cNvPicPr preferRelativeResize="0"/>
          <p:nvPr/>
        </p:nvPicPr>
        <p:blipFill rotWithShape="1">
          <a:blip r:embed="rId4">
            <a:alphaModFix/>
          </a:blip>
          <a:srcRect b="0" l="0" r="0" t="0"/>
          <a:stretch/>
        </p:blipFill>
        <p:spPr>
          <a:xfrm flipH="1">
            <a:off x="50800" y="3820160"/>
            <a:ext cx="1727200" cy="3010024"/>
          </a:xfrm>
          <a:prstGeom prst="rect">
            <a:avLst/>
          </a:prstGeom>
          <a:noFill/>
          <a:ln>
            <a:noFill/>
          </a:ln>
        </p:spPr>
      </p:pic>
      <p:sp>
        <p:nvSpPr>
          <p:cNvPr id="231" name="Google Shape;231;p27"/>
          <p:cNvSpPr txBox="1"/>
          <p:nvPr>
            <p:ph idx="1" type="body"/>
          </p:nvPr>
        </p:nvSpPr>
        <p:spPr>
          <a:xfrm>
            <a:off x="1653150" y="1316175"/>
            <a:ext cx="7439700" cy="5056500"/>
          </a:xfrm>
          <a:prstGeom prst="rect">
            <a:avLst/>
          </a:prstGeom>
          <a:noFill/>
          <a:ln cap="flat" cmpd="sng" w="9525">
            <a:solidFill>
              <a:schemeClr val="dk1"/>
            </a:solidFill>
            <a:prstDash val="solid"/>
            <a:round/>
            <a:headEnd len="sm" w="sm" type="none"/>
            <a:tailEnd len="sm" w="sm" type="none"/>
          </a:ln>
        </p:spPr>
        <p:txBody>
          <a:bodyPr anchorCtr="0" anchor="t" bIns="45700" lIns="91425" spcFirstLastPara="1" rIns="91425" wrap="square" tIns="45700">
            <a:normAutofit/>
          </a:bodyPr>
          <a:lstStyle/>
          <a:p>
            <a:pPr indent="-431800" lvl="0" marL="457200" rtl="0" algn="l">
              <a:lnSpc>
                <a:spcPct val="150000"/>
              </a:lnSpc>
              <a:spcBef>
                <a:spcPts val="0"/>
              </a:spcBef>
              <a:spcAft>
                <a:spcPts val="0"/>
              </a:spcAft>
              <a:buClr>
                <a:schemeClr val="dk1"/>
              </a:buClr>
              <a:buSzPts val="3200"/>
              <a:buFont typeface="Calibri"/>
              <a:buChar char="●"/>
            </a:pPr>
            <a:r>
              <a:rPr lang="en-US" sz="3200">
                <a:latin typeface="Calibri"/>
                <a:ea typeface="Calibri"/>
                <a:cs typeface="Calibri"/>
                <a:sym typeface="Calibri"/>
              </a:rPr>
              <a:t>Python</a:t>
            </a:r>
            <a:endParaRPr sz="3200">
              <a:latin typeface="Calibri"/>
              <a:ea typeface="Calibri"/>
              <a:cs typeface="Calibri"/>
              <a:sym typeface="Calibri"/>
            </a:endParaRPr>
          </a:p>
          <a:p>
            <a:pPr indent="-431800" lvl="0" marL="457200" rtl="0" algn="l">
              <a:lnSpc>
                <a:spcPct val="150000"/>
              </a:lnSpc>
              <a:spcBef>
                <a:spcPts val="0"/>
              </a:spcBef>
              <a:spcAft>
                <a:spcPts val="0"/>
              </a:spcAft>
              <a:buClr>
                <a:schemeClr val="dk1"/>
              </a:buClr>
              <a:buSzPts val="3200"/>
              <a:buFont typeface="Calibri"/>
              <a:buChar char="●"/>
            </a:pPr>
            <a:r>
              <a:rPr lang="en-US" sz="3200">
                <a:latin typeface="Calibri"/>
                <a:ea typeface="Calibri"/>
                <a:cs typeface="Calibri"/>
                <a:sym typeface="Calibri"/>
              </a:rPr>
              <a:t>Pandas</a:t>
            </a:r>
            <a:endParaRPr sz="3200">
              <a:latin typeface="Calibri"/>
              <a:ea typeface="Calibri"/>
              <a:cs typeface="Calibri"/>
              <a:sym typeface="Calibri"/>
            </a:endParaRPr>
          </a:p>
          <a:p>
            <a:pPr indent="-431800" lvl="0" marL="457200" rtl="0" algn="l">
              <a:lnSpc>
                <a:spcPct val="150000"/>
              </a:lnSpc>
              <a:spcBef>
                <a:spcPts val="0"/>
              </a:spcBef>
              <a:spcAft>
                <a:spcPts val="0"/>
              </a:spcAft>
              <a:buClr>
                <a:schemeClr val="dk1"/>
              </a:buClr>
              <a:buSzPts val="3200"/>
              <a:buFont typeface="Calibri"/>
              <a:buChar char="●"/>
            </a:pPr>
            <a:r>
              <a:rPr lang="en-US" sz="3200">
                <a:latin typeface="Calibri"/>
                <a:ea typeface="Calibri"/>
                <a:cs typeface="Calibri"/>
                <a:sym typeface="Calibri"/>
              </a:rPr>
              <a:t>Numpy</a:t>
            </a:r>
            <a:endParaRPr sz="3200">
              <a:latin typeface="Calibri"/>
              <a:ea typeface="Calibri"/>
              <a:cs typeface="Calibri"/>
              <a:sym typeface="Calibri"/>
            </a:endParaRPr>
          </a:p>
          <a:p>
            <a:pPr indent="-431800" lvl="0" marL="457200" rtl="0" algn="l">
              <a:lnSpc>
                <a:spcPct val="150000"/>
              </a:lnSpc>
              <a:spcBef>
                <a:spcPts val="0"/>
              </a:spcBef>
              <a:spcAft>
                <a:spcPts val="0"/>
              </a:spcAft>
              <a:buClr>
                <a:schemeClr val="dk1"/>
              </a:buClr>
              <a:buSzPts val="3200"/>
              <a:buFont typeface="Calibri"/>
              <a:buChar char="●"/>
            </a:pPr>
            <a:r>
              <a:rPr lang="en-US" sz="3200">
                <a:latin typeface="Calibri"/>
                <a:ea typeface="Calibri"/>
                <a:cs typeface="Calibri"/>
                <a:sym typeface="Calibri"/>
              </a:rPr>
              <a:t>Matplotlib</a:t>
            </a:r>
            <a:endParaRPr sz="3200">
              <a:latin typeface="Calibri"/>
              <a:ea typeface="Calibri"/>
              <a:cs typeface="Calibri"/>
              <a:sym typeface="Calibri"/>
            </a:endParaRPr>
          </a:p>
          <a:p>
            <a:pPr indent="-431800" lvl="0" marL="457200" rtl="0" algn="l">
              <a:lnSpc>
                <a:spcPct val="150000"/>
              </a:lnSpc>
              <a:spcBef>
                <a:spcPts val="0"/>
              </a:spcBef>
              <a:spcAft>
                <a:spcPts val="0"/>
              </a:spcAft>
              <a:buClr>
                <a:schemeClr val="dk1"/>
              </a:buClr>
              <a:buSzPts val="3200"/>
              <a:buFont typeface="Calibri"/>
              <a:buChar char="●"/>
            </a:pPr>
            <a:r>
              <a:rPr lang="en-US" sz="3200">
                <a:latin typeface="Calibri"/>
                <a:ea typeface="Calibri"/>
                <a:cs typeface="Calibri"/>
                <a:sym typeface="Calibri"/>
              </a:rPr>
              <a:t>Seaborn</a:t>
            </a:r>
            <a:endParaRPr sz="3200">
              <a:latin typeface="Calibri"/>
              <a:ea typeface="Calibri"/>
              <a:cs typeface="Calibri"/>
              <a:sym typeface="Calibri"/>
            </a:endParaRPr>
          </a:p>
        </p:txBody>
      </p:sp>
      <p:sp>
        <p:nvSpPr>
          <p:cNvPr id="232" name="Google Shape;232;p27"/>
          <p:cNvSpPr txBox="1"/>
          <p:nvPr>
            <p:ph type="title"/>
          </p:nvPr>
        </p:nvSpPr>
        <p:spPr>
          <a:xfrm>
            <a:off x="660399" y="430567"/>
            <a:ext cx="5306291" cy="847817"/>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800"/>
              <a:buFont typeface="Trebuchet MS"/>
              <a:buNone/>
            </a:pPr>
            <a:r>
              <a:rPr lang="en-US"/>
              <a:t>Technology Used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32"/>
                                        </p:tgtEl>
                                        <p:attrNameLst>
                                          <p:attrName>style.visibility</p:attrName>
                                        </p:attrNameLst>
                                      </p:cBhvr>
                                      <p:to>
                                        <p:strVal val="visible"/>
                                      </p:to>
                                    </p:set>
                                    <p:anim calcmode="lin" valueType="num">
                                      <p:cBhvr additive="base">
                                        <p:cTn dur="500"/>
                                        <p:tgtEl>
                                          <p:spTgt spid="232"/>
                                        </p:tgtEl>
                                        <p:attrNameLst>
                                          <p:attrName>ppt_w</p:attrName>
                                        </p:attrNameLst>
                                      </p:cBhvr>
                                      <p:tavLst>
                                        <p:tav fmla="" tm="0">
                                          <p:val>
                                            <p:strVal val="0"/>
                                          </p:val>
                                        </p:tav>
                                        <p:tav fmla="" tm="100000">
                                          <p:val>
                                            <p:strVal val="#ppt_w"/>
                                          </p:val>
                                        </p:tav>
                                      </p:tavLst>
                                    </p:anim>
                                    <p:anim calcmode="lin" valueType="num">
                                      <p:cBhvr additive="base">
                                        <p:cTn dur="500"/>
                                        <p:tgtEl>
                                          <p:spTgt spid="232"/>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animEffect filter="fade" transition="in">
                                      <p:cBhvr>
                                        <p:cTn dur="1000"/>
                                        <p:tgtEl>
                                          <p:spTgt spid="231">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animEffect filter="fade" transition="in">
                                      <p:cBhvr>
                                        <p:cTn dur="1000"/>
                                        <p:tgtEl>
                                          <p:spTgt spid="231">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animEffect filter="fade" transition="in">
                                      <p:cBhvr>
                                        <p:cTn dur="1000"/>
                                        <p:tgtEl>
                                          <p:spTgt spid="231">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animEffect filter="fade" transition="in">
                                      <p:cBhvr>
                                        <p:cTn dur="1000"/>
                                        <p:tgtEl>
                                          <p:spTgt spid="231">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animEffect filter="fade" transition="in">
                                      <p:cBhvr>
                                        <p:cTn dur="1000"/>
                                        <p:tgtEl>
                                          <p:spTgt spid="231">
                                            <p:txEl>
                                              <p:pRg end="4" st="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pic>
        <p:nvPicPr>
          <p:cNvPr id="237" name="Google Shape;237;p28"/>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238" name="Google Shape;238;p28"/>
          <p:cNvSpPr txBox="1"/>
          <p:nvPr>
            <p:ph type="title"/>
          </p:nvPr>
        </p:nvSpPr>
        <p:spPr>
          <a:xfrm>
            <a:off x="675957" y="370589"/>
            <a:ext cx="2981643" cy="830997"/>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800"/>
              <a:buFont typeface="Trebuchet MS"/>
              <a:buNone/>
            </a:pPr>
            <a:r>
              <a:rPr lang="en-US"/>
              <a:t>RESULTS </a:t>
            </a:r>
            <a:endParaRPr/>
          </a:p>
        </p:txBody>
      </p:sp>
      <p:sp>
        <p:nvSpPr>
          <p:cNvPr id="239" name="Google Shape;239;p28"/>
          <p:cNvSpPr txBox="1"/>
          <p:nvPr/>
        </p:nvSpPr>
        <p:spPr>
          <a:xfrm>
            <a:off x="320982"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240" name="Google Shape;240;p28"/>
          <p:cNvSpPr txBox="1"/>
          <p:nvPr/>
        </p:nvSpPr>
        <p:spPr>
          <a:xfrm>
            <a:off x="4345694"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241" name="Google Shape;241;p28"/>
          <p:cNvSpPr txBox="1"/>
          <p:nvPr>
            <p:ph idx="1" type="body"/>
          </p:nvPr>
        </p:nvSpPr>
        <p:spPr>
          <a:xfrm>
            <a:off x="807175" y="1431700"/>
            <a:ext cx="8919900" cy="666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600"/>
              <a:buNone/>
            </a:pPr>
            <a:r>
              <a:rPr lang="en-US">
                <a:solidFill>
                  <a:srgbClr val="0A0A0A"/>
                </a:solidFill>
                <a:highlight>
                  <a:srgbClr val="FFFFFF"/>
                </a:highlight>
                <a:latin typeface="Calibri"/>
                <a:ea typeface="Calibri"/>
                <a:cs typeface="Calibri"/>
                <a:sym typeface="Calibri"/>
              </a:rPr>
              <a:t>The </a:t>
            </a:r>
            <a:r>
              <a:rPr b="1" lang="en-US">
                <a:solidFill>
                  <a:srgbClr val="0A0A0A"/>
                </a:solidFill>
                <a:highlight>
                  <a:srgbClr val="FFFFFF"/>
                </a:highlight>
                <a:latin typeface="Calibri"/>
                <a:ea typeface="Calibri"/>
                <a:cs typeface="Calibri"/>
                <a:sym typeface="Calibri"/>
              </a:rPr>
              <a:t>Kharif season</a:t>
            </a:r>
            <a:r>
              <a:rPr lang="en-US">
                <a:solidFill>
                  <a:srgbClr val="0A0A0A"/>
                </a:solidFill>
                <a:highlight>
                  <a:srgbClr val="FFFFFF"/>
                </a:highlight>
                <a:latin typeface="Calibri"/>
                <a:ea typeface="Calibri"/>
                <a:cs typeface="Calibri"/>
                <a:sym typeface="Calibri"/>
              </a:rPr>
              <a:t> contains the highest count at roughly </a:t>
            </a:r>
            <a:r>
              <a:rPr b="1" lang="en-US">
                <a:solidFill>
                  <a:srgbClr val="0A0A0A"/>
                </a:solidFill>
                <a:highlight>
                  <a:srgbClr val="FFFFFF"/>
                </a:highlight>
                <a:latin typeface="Calibri"/>
                <a:ea typeface="Calibri"/>
                <a:cs typeface="Calibri"/>
                <a:sym typeface="Calibri"/>
              </a:rPr>
              <a:t>1,770 records</a:t>
            </a:r>
            <a:r>
              <a:rPr lang="en-US">
                <a:solidFill>
                  <a:srgbClr val="0A0A0A"/>
                </a:solidFill>
                <a:highlight>
                  <a:srgbClr val="FFFFFF"/>
                </a:highlight>
                <a:latin typeface="Calibri"/>
                <a:ea typeface="Calibri"/>
                <a:cs typeface="Calibri"/>
                <a:sym typeface="Calibri"/>
              </a:rPr>
              <a:t>, followed by </a:t>
            </a:r>
            <a:r>
              <a:rPr b="1" lang="en-US">
                <a:solidFill>
                  <a:srgbClr val="0A0A0A"/>
                </a:solidFill>
                <a:highlight>
                  <a:srgbClr val="FFFFFF"/>
                </a:highlight>
                <a:latin typeface="Calibri"/>
                <a:ea typeface="Calibri"/>
                <a:cs typeface="Calibri"/>
                <a:sym typeface="Calibri"/>
              </a:rPr>
              <a:t>Rabi (around 1,620)</a:t>
            </a:r>
            <a:r>
              <a:rPr lang="en-US">
                <a:solidFill>
                  <a:srgbClr val="0A0A0A"/>
                </a:solidFill>
                <a:highlight>
                  <a:srgbClr val="FFFFFF"/>
                </a:highlight>
                <a:latin typeface="Calibri"/>
                <a:ea typeface="Calibri"/>
                <a:cs typeface="Calibri"/>
                <a:sym typeface="Calibri"/>
              </a:rPr>
              <a:t> and </a:t>
            </a:r>
            <a:r>
              <a:rPr b="1" lang="en-US">
                <a:solidFill>
                  <a:srgbClr val="0A0A0A"/>
                </a:solidFill>
                <a:highlight>
                  <a:srgbClr val="FFFFFF"/>
                </a:highlight>
                <a:latin typeface="Calibri"/>
                <a:ea typeface="Calibri"/>
                <a:cs typeface="Calibri"/>
                <a:sym typeface="Calibri"/>
              </a:rPr>
              <a:t>Zaid (around 600)</a:t>
            </a:r>
            <a:r>
              <a:rPr lang="en-US">
                <a:solidFill>
                  <a:srgbClr val="0A0A0A"/>
                </a:solidFill>
                <a:highlight>
                  <a:srgbClr val="FFFFFF"/>
                </a:highlight>
                <a:latin typeface="Calibri"/>
                <a:ea typeface="Calibri"/>
                <a:cs typeface="Calibri"/>
                <a:sym typeface="Calibri"/>
              </a:rPr>
              <a:t>.</a:t>
            </a:r>
            <a:r>
              <a:rPr lang="en-US">
                <a:solidFill>
                  <a:schemeClr val="dk1"/>
                </a:solidFill>
                <a:latin typeface="Calibri"/>
                <a:ea typeface="Calibri"/>
                <a:cs typeface="Calibri"/>
                <a:sym typeface="Calibri"/>
              </a:rPr>
              <a:t> </a:t>
            </a:r>
            <a:endParaRPr>
              <a:latin typeface="Calibri"/>
              <a:ea typeface="Calibri"/>
              <a:cs typeface="Calibri"/>
              <a:sym typeface="Calibri"/>
            </a:endParaRPr>
          </a:p>
        </p:txBody>
      </p:sp>
      <p:pic>
        <p:nvPicPr>
          <p:cNvPr id="242" name="Google Shape;242;p28"/>
          <p:cNvPicPr preferRelativeResize="0"/>
          <p:nvPr/>
        </p:nvPicPr>
        <p:blipFill>
          <a:blip r:embed="rId4">
            <a:alphaModFix/>
          </a:blip>
          <a:stretch>
            <a:fillRect/>
          </a:stretch>
        </p:blipFill>
        <p:spPr>
          <a:xfrm>
            <a:off x="807175" y="2139350"/>
            <a:ext cx="8919900" cy="47186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38"/>
                                        </p:tgtEl>
                                        <p:attrNameLst>
                                          <p:attrName>style.visibility</p:attrName>
                                        </p:attrNameLst>
                                      </p:cBhvr>
                                      <p:to>
                                        <p:strVal val="visible"/>
                                      </p:to>
                                    </p:set>
                                    <p:anim calcmode="lin" valueType="num">
                                      <p:cBhvr additive="base">
                                        <p:cTn dur="500"/>
                                        <p:tgtEl>
                                          <p:spTgt spid="238"/>
                                        </p:tgtEl>
                                        <p:attrNameLst>
                                          <p:attrName>ppt_w</p:attrName>
                                        </p:attrNameLst>
                                      </p:cBhvr>
                                      <p:tavLst>
                                        <p:tav fmla="" tm="0">
                                          <p:val>
                                            <p:strVal val="0"/>
                                          </p:val>
                                        </p:tav>
                                        <p:tav fmla="" tm="100000">
                                          <p:val>
                                            <p:strVal val="#ppt_w"/>
                                          </p:val>
                                        </p:tav>
                                      </p:tavLst>
                                    </p:anim>
                                    <p:anim calcmode="lin" valueType="num">
                                      <p:cBhvr additive="base">
                                        <p:cTn dur="500"/>
                                        <p:tgtEl>
                                          <p:spTgt spid="238"/>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9"/>
                                        </p:tgtEl>
                                        <p:attrNameLst>
                                          <p:attrName>style.visibility</p:attrName>
                                        </p:attrNameLst>
                                      </p:cBhvr>
                                      <p:to>
                                        <p:strVal val="visible"/>
                                      </p:to>
                                    </p:set>
                                    <p:animEffect filter="fade" transition="in">
                                      <p:cBhvr>
                                        <p:cTn dur="1000"/>
                                        <p:tgtEl>
                                          <p:spTgt spid="23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gtEl>
                                        <p:attrNameLst>
                                          <p:attrName>style.visibility</p:attrName>
                                        </p:attrNameLst>
                                      </p:cBhvr>
                                      <p:to>
                                        <p:strVal val="visible"/>
                                      </p:to>
                                    </p:set>
                                    <p:animEffect filter="fade" transition="in">
                                      <p:cBhvr>
                                        <p:cTn dur="1000"/>
                                        <p:tgtEl>
                                          <p:spTgt spid="24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1">
                                            <p:txEl>
                                              <p:pRg end="0" st="0"/>
                                            </p:txEl>
                                          </p:spTgt>
                                        </p:tgtEl>
                                        <p:attrNameLst>
                                          <p:attrName>style.visibility</p:attrName>
                                        </p:attrNameLst>
                                      </p:cBhvr>
                                      <p:to>
                                        <p:strVal val="visible"/>
                                      </p:to>
                                    </p:set>
                                    <p:animEffect filter="fade" transition="in">
                                      <p:cBhvr>
                                        <p:cTn dur="1000"/>
                                        <p:tgtEl>
                                          <p:spTgt spid="241">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pic>
        <p:nvPicPr>
          <p:cNvPr id="247" name="Google Shape;247;p29"/>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248" name="Google Shape;248;p29"/>
          <p:cNvSpPr txBox="1"/>
          <p:nvPr>
            <p:ph type="title"/>
          </p:nvPr>
        </p:nvSpPr>
        <p:spPr>
          <a:xfrm>
            <a:off x="675957" y="370589"/>
            <a:ext cx="2981643" cy="830997"/>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800"/>
              <a:buFont typeface="Trebuchet MS"/>
              <a:buNone/>
            </a:pPr>
            <a:r>
              <a:rPr lang="en-US"/>
              <a:t>RESULTS </a:t>
            </a:r>
            <a:endParaRPr/>
          </a:p>
        </p:txBody>
      </p:sp>
      <p:sp>
        <p:nvSpPr>
          <p:cNvPr id="249" name="Google Shape;249;p29"/>
          <p:cNvSpPr txBox="1"/>
          <p:nvPr>
            <p:ph idx="1" type="body"/>
          </p:nvPr>
        </p:nvSpPr>
        <p:spPr>
          <a:xfrm>
            <a:off x="916522" y="1173810"/>
            <a:ext cx="8725500" cy="666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600"/>
              <a:buNone/>
            </a:pPr>
            <a:r>
              <a:rPr lang="en-US">
                <a:solidFill>
                  <a:schemeClr val="dk1"/>
                </a:solidFill>
                <a:latin typeface="Calibri"/>
                <a:ea typeface="Calibri"/>
                <a:cs typeface="Calibri"/>
                <a:sym typeface="Calibri"/>
              </a:rPr>
              <a:t>The data is </a:t>
            </a:r>
            <a:r>
              <a:rPr b="1" lang="en-US">
                <a:solidFill>
                  <a:schemeClr val="dk1"/>
                </a:solidFill>
                <a:latin typeface="Calibri"/>
                <a:ea typeface="Calibri"/>
                <a:cs typeface="Calibri"/>
                <a:sym typeface="Calibri"/>
              </a:rPr>
              <a:t>strongly right-skewed</a:t>
            </a:r>
            <a:r>
              <a:rPr lang="en-US">
                <a:solidFill>
                  <a:schemeClr val="dk1"/>
                </a:solidFill>
                <a:latin typeface="Calibri"/>
                <a:ea typeface="Calibri"/>
                <a:cs typeface="Calibri"/>
                <a:sym typeface="Calibri"/>
              </a:rPr>
              <a:t>, meaning most farms break even or make minor losses, while a few outliers generate high profits up to </a:t>
            </a:r>
            <a:r>
              <a:rPr b="1" lang="en-US">
                <a:solidFill>
                  <a:schemeClr val="dk1"/>
                </a:solidFill>
                <a:latin typeface="Calibri"/>
                <a:ea typeface="Calibri"/>
                <a:cs typeface="Calibri"/>
                <a:sym typeface="Calibri"/>
              </a:rPr>
              <a:t>4 million INR</a:t>
            </a:r>
            <a:r>
              <a:rPr lang="en-US">
                <a:solidFill>
                  <a:schemeClr val="dk1"/>
                </a:solidFill>
                <a:latin typeface="Calibri"/>
                <a:ea typeface="Calibri"/>
                <a:cs typeface="Calibri"/>
                <a:sym typeface="Calibri"/>
              </a:rPr>
              <a:t>. </a:t>
            </a:r>
            <a:endParaRPr>
              <a:latin typeface="Calibri"/>
              <a:ea typeface="Calibri"/>
              <a:cs typeface="Calibri"/>
              <a:sym typeface="Calibri"/>
            </a:endParaRPr>
          </a:p>
        </p:txBody>
      </p:sp>
      <p:pic>
        <p:nvPicPr>
          <p:cNvPr id="250" name="Google Shape;250;p29"/>
          <p:cNvPicPr preferRelativeResize="0"/>
          <p:nvPr/>
        </p:nvPicPr>
        <p:blipFill>
          <a:blip r:embed="rId4">
            <a:alphaModFix/>
          </a:blip>
          <a:stretch>
            <a:fillRect/>
          </a:stretch>
        </p:blipFill>
        <p:spPr>
          <a:xfrm>
            <a:off x="1001557" y="2097699"/>
            <a:ext cx="7833550" cy="461175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48"/>
                                        </p:tgtEl>
                                        <p:attrNameLst>
                                          <p:attrName>style.visibility</p:attrName>
                                        </p:attrNameLst>
                                      </p:cBhvr>
                                      <p:to>
                                        <p:strVal val="visible"/>
                                      </p:to>
                                    </p:set>
                                    <p:anim calcmode="lin" valueType="num">
                                      <p:cBhvr additive="base">
                                        <p:cTn dur="500"/>
                                        <p:tgtEl>
                                          <p:spTgt spid="248"/>
                                        </p:tgtEl>
                                        <p:attrNameLst>
                                          <p:attrName>ppt_w</p:attrName>
                                        </p:attrNameLst>
                                      </p:cBhvr>
                                      <p:tavLst>
                                        <p:tav fmla="" tm="0">
                                          <p:val>
                                            <p:strVal val="0"/>
                                          </p:val>
                                        </p:tav>
                                        <p:tav fmla="" tm="100000">
                                          <p:val>
                                            <p:strVal val="#ppt_w"/>
                                          </p:val>
                                        </p:tav>
                                      </p:tavLst>
                                    </p:anim>
                                    <p:anim calcmode="lin" valueType="num">
                                      <p:cBhvr additive="base">
                                        <p:cTn dur="500"/>
                                        <p:tgtEl>
                                          <p:spTgt spid="248"/>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xEl>
                                              <p:pRg end="0" st="0"/>
                                            </p:txEl>
                                          </p:spTgt>
                                        </p:tgtEl>
                                        <p:attrNameLst>
                                          <p:attrName>style.visibility</p:attrName>
                                        </p:attrNameLst>
                                      </p:cBhvr>
                                      <p:to>
                                        <p:strVal val="visible"/>
                                      </p:to>
                                    </p:set>
                                    <p:animEffect filter="fade" transition="in">
                                      <p:cBhvr>
                                        <p:cTn dur="1000"/>
                                        <p:tgtEl>
                                          <p:spTgt spid="249">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pic>
        <p:nvPicPr>
          <p:cNvPr id="255" name="Google Shape;255;p30"/>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256" name="Google Shape;256;p30"/>
          <p:cNvSpPr txBox="1"/>
          <p:nvPr>
            <p:ph type="title"/>
          </p:nvPr>
        </p:nvSpPr>
        <p:spPr>
          <a:xfrm>
            <a:off x="675957" y="370589"/>
            <a:ext cx="2981643" cy="830997"/>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800"/>
              <a:buFont typeface="Trebuchet MS"/>
              <a:buNone/>
            </a:pPr>
            <a:r>
              <a:rPr lang="en-US"/>
              <a:t>RESULTS </a:t>
            </a:r>
            <a:endParaRPr/>
          </a:p>
        </p:txBody>
      </p:sp>
      <p:sp>
        <p:nvSpPr>
          <p:cNvPr id="257" name="Google Shape;257;p30"/>
          <p:cNvSpPr txBox="1"/>
          <p:nvPr/>
        </p:nvSpPr>
        <p:spPr>
          <a:xfrm>
            <a:off x="320982"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258" name="Google Shape;258;p30"/>
          <p:cNvSpPr txBox="1"/>
          <p:nvPr>
            <p:ph idx="1" type="body"/>
          </p:nvPr>
        </p:nvSpPr>
        <p:spPr>
          <a:xfrm>
            <a:off x="807173" y="1319250"/>
            <a:ext cx="8198100" cy="666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600"/>
              <a:buNone/>
            </a:pPr>
            <a:r>
              <a:rPr lang="en-US">
                <a:solidFill>
                  <a:schemeClr val="dk1"/>
                </a:solidFill>
                <a:latin typeface="Calibri"/>
                <a:ea typeface="Calibri"/>
                <a:cs typeface="Calibri"/>
                <a:sym typeface="Calibri"/>
              </a:rPr>
              <a:t>The </a:t>
            </a:r>
            <a:r>
              <a:rPr b="1" lang="en-US">
                <a:solidFill>
                  <a:schemeClr val="dk1"/>
                </a:solidFill>
                <a:latin typeface="Calibri"/>
                <a:ea typeface="Calibri"/>
                <a:cs typeface="Calibri"/>
                <a:sym typeface="Calibri"/>
              </a:rPr>
              <a:t>Kharif season accounts for the largest share at 44.5%</a:t>
            </a:r>
            <a:r>
              <a:rPr lang="en-US">
                <a:solidFill>
                  <a:schemeClr val="dk1"/>
                </a:solidFill>
                <a:latin typeface="Calibri"/>
                <a:ea typeface="Calibri"/>
                <a:cs typeface="Calibri"/>
                <a:sym typeface="Calibri"/>
              </a:rPr>
              <a:t>, followed closely by </a:t>
            </a:r>
            <a:r>
              <a:rPr b="1" lang="en-US">
                <a:solidFill>
                  <a:schemeClr val="dk1"/>
                </a:solidFill>
                <a:latin typeface="Calibri"/>
                <a:ea typeface="Calibri"/>
                <a:cs typeface="Calibri"/>
                <a:sym typeface="Calibri"/>
              </a:rPr>
              <a:t>Rabi at 40.7%</a:t>
            </a:r>
            <a:r>
              <a:rPr lang="en-US">
                <a:solidFill>
                  <a:schemeClr val="dk1"/>
                </a:solidFill>
                <a:latin typeface="Calibri"/>
                <a:ea typeface="Calibri"/>
                <a:cs typeface="Calibri"/>
                <a:sym typeface="Calibri"/>
              </a:rPr>
              <a:t>, while </a:t>
            </a:r>
            <a:r>
              <a:rPr b="1" lang="en-US">
                <a:solidFill>
                  <a:schemeClr val="dk1"/>
                </a:solidFill>
                <a:latin typeface="Calibri"/>
                <a:ea typeface="Calibri"/>
                <a:cs typeface="Calibri"/>
                <a:sym typeface="Calibri"/>
              </a:rPr>
              <a:t>Zaid represents the smallest portion at 14.8%</a:t>
            </a:r>
            <a:r>
              <a:rPr lang="en-US">
                <a:solidFill>
                  <a:schemeClr val="dk1"/>
                </a:solidFill>
                <a:latin typeface="Calibri"/>
                <a:ea typeface="Calibri"/>
                <a:cs typeface="Calibri"/>
                <a:sym typeface="Calibri"/>
              </a:rPr>
              <a:t>. </a:t>
            </a:r>
            <a:endParaRPr>
              <a:latin typeface="Calibri"/>
              <a:ea typeface="Calibri"/>
              <a:cs typeface="Calibri"/>
              <a:sym typeface="Calibri"/>
            </a:endParaRPr>
          </a:p>
        </p:txBody>
      </p:sp>
      <p:pic>
        <p:nvPicPr>
          <p:cNvPr id="259" name="Google Shape;259;p30"/>
          <p:cNvPicPr preferRelativeResize="0"/>
          <p:nvPr/>
        </p:nvPicPr>
        <p:blipFill>
          <a:blip r:embed="rId4">
            <a:alphaModFix/>
          </a:blip>
          <a:stretch>
            <a:fillRect/>
          </a:stretch>
        </p:blipFill>
        <p:spPr>
          <a:xfrm>
            <a:off x="1258700" y="2102950"/>
            <a:ext cx="7913075" cy="43689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56"/>
                                        </p:tgtEl>
                                        <p:attrNameLst>
                                          <p:attrName>style.visibility</p:attrName>
                                        </p:attrNameLst>
                                      </p:cBhvr>
                                      <p:to>
                                        <p:strVal val="visible"/>
                                      </p:to>
                                    </p:set>
                                    <p:anim calcmode="lin" valueType="num">
                                      <p:cBhvr additive="base">
                                        <p:cTn dur="500"/>
                                        <p:tgtEl>
                                          <p:spTgt spid="256"/>
                                        </p:tgtEl>
                                        <p:attrNameLst>
                                          <p:attrName>ppt_w</p:attrName>
                                        </p:attrNameLst>
                                      </p:cBhvr>
                                      <p:tavLst>
                                        <p:tav fmla="" tm="0">
                                          <p:val>
                                            <p:strVal val="0"/>
                                          </p:val>
                                        </p:tav>
                                        <p:tav fmla="" tm="100000">
                                          <p:val>
                                            <p:strVal val="#ppt_w"/>
                                          </p:val>
                                        </p:tav>
                                      </p:tavLst>
                                    </p:anim>
                                    <p:anim calcmode="lin" valueType="num">
                                      <p:cBhvr additive="base">
                                        <p:cTn dur="500"/>
                                        <p:tgtEl>
                                          <p:spTgt spid="256"/>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7"/>
                                        </p:tgtEl>
                                        <p:attrNameLst>
                                          <p:attrName>style.visibility</p:attrName>
                                        </p:attrNameLst>
                                      </p:cBhvr>
                                      <p:to>
                                        <p:strVal val="visible"/>
                                      </p:to>
                                    </p:set>
                                    <p:animEffect filter="fade" transition="in">
                                      <p:cBhvr>
                                        <p:cTn dur="1000"/>
                                        <p:tgtEl>
                                          <p:spTgt spid="25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animEffect filter="fade" transition="in">
                                      <p:cBhvr>
                                        <p:cTn dur="1000"/>
                                        <p:tgtEl>
                                          <p:spTgt spid="258">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pic>
        <p:nvPicPr>
          <p:cNvPr id="264" name="Google Shape;264;p31"/>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265" name="Google Shape;265;p31"/>
          <p:cNvSpPr txBox="1"/>
          <p:nvPr>
            <p:ph type="title"/>
          </p:nvPr>
        </p:nvSpPr>
        <p:spPr>
          <a:xfrm>
            <a:off x="675957" y="370589"/>
            <a:ext cx="2981643" cy="830997"/>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800"/>
              <a:buFont typeface="Trebuchet MS"/>
              <a:buNone/>
            </a:pPr>
            <a:r>
              <a:rPr lang="en-US"/>
              <a:t>RESULTS </a:t>
            </a:r>
            <a:endParaRPr/>
          </a:p>
        </p:txBody>
      </p:sp>
      <p:sp>
        <p:nvSpPr>
          <p:cNvPr id="266" name="Google Shape;266;p31"/>
          <p:cNvSpPr txBox="1"/>
          <p:nvPr/>
        </p:nvSpPr>
        <p:spPr>
          <a:xfrm>
            <a:off x="320982"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267" name="Google Shape;267;p31"/>
          <p:cNvSpPr txBox="1"/>
          <p:nvPr>
            <p:ph idx="1" type="body"/>
          </p:nvPr>
        </p:nvSpPr>
        <p:spPr>
          <a:xfrm>
            <a:off x="807175" y="1431700"/>
            <a:ext cx="9308700" cy="666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600"/>
              <a:buNone/>
            </a:pPr>
            <a:r>
              <a:rPr b="1" lang="en-US">
                <a:solidFill>
                  <a:schemeClr val="dk1"/>
                </a:solidFill>
                <a:latin typeface="Calibri"/>
                <a:ea typeface="Calibri"/>
                <a:cs typeface="Calibri"/>
                <a:sym typeface="Calibri"/>
              </a:rPr>
              <a:t>Kharif yields the highest extreme profits</a:t>
            </a:r>
            <a:r>
              <a:rPr lang="en-US">
                <a:solidFill>
                  <a:schemeClr val="dk1"/>
                </a:solidFill>
                <a:latin typeface="Calibri"/>
                <a:ea typeface="Calibri"/>
                <a:cs typeface="Calibri"/>
                <a:sym typeface="Calibri"/>
              </a:rPr>
              <a:t> with outliers exceeding 4 million INR, followed by </a:t>
            </a:r>
            <a:r>
              <a:rPr b="1" lang="en-US">
                <a:solidFill>
                  <a:schemeClr val="dk1"/>
                </a:solidFill>
                <a:latin typeface="Calibri"/>
                <a:ea typeface="Calibri"/>
                <a:cs typeface="Calibri"/>
                <a:sym typeface="Calibri"/>
              </a:rPr>
              <a:t>Rabi</a:t>
            </a:r>
            <a:r>
              <a:rPr lang="en-US">
                <a:solidFill>
                  <a:schemeClr val="dk1"/>
                </a:solidFill>
                <a:latin typeface="Calibri"/>
                <a:ea typeface="Calibri"/>
                <a:cs typeface="Calibri"/>
                <a:sym typeface="Calibri"/>
              </a:rPr>
              <a:t> and then </a:t>
            </a:r>
            <a:r>
              <a:rPr b="1" lang="en-US">
                <a:solidFill>
                  <a:schemeClr val="dk1"/>
                </a:solidFill>
                <a:latin typeface="Calibri"/>
                <a:ea typeface="Calibri"/>
                <a:cs typeface="Calibri"/>
                <a:sym typeface="Calibri"/>
              </a:rPr>
              <a:t>Zaid</a:t>
            </a:r>
            <a:r>
              <a:rPr lang="en-US">
                <a:solidFill>
                  <a:schemeClr val="dk1"/>
                </a:solidFill>
                <a:latin typeface="Calibri"/>
                <a:ea typeface="Calibri"/>
                <a:cs typeface="Calibri"/>
                <a:sym typeface="Calibri"/>
              </a:rPr>
              <a:t>, which shows the lowest maximum returns </a:t>
            </a:r>
            <a:endParaRPr>
              <a:latin typeface="Calibri"/>
              <a:ea typeface="Calibri"/>
              <a:cs typeface="Calibri"/>
              <a:sym typeface="Calibri"/>
            </a:endParaRPr>
          </a:p>
        </p:txBody>
      </p:sp>
      <p:pic>
        <p:nvPicPr>
          <p:cNvPr id="268" name="Google Shape;268;p31"/>
          <p:cNvPicPr preferRelativeResize="0"/>
          <p:nvPr/>
        </p:nvPicPr>
        <p:blipFill>
          <a:blip r:embed="rId4">
            <a:alphaModFix/>
          </a:blip>
          <a:stretch>
            <a:fillRect/>
          </a:stretch>
        </p:blipFill>
        <p:spPr>
          <a:xfrm>
            <a:off x="1362475" y="2327825"/>
            <a:ext cx="7348224" cy="44742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65"/>
                                        </p:tgtEl>
                                        <p:attrNameLst>
                                          <p:attrName>style.visibility</p:attrName>
                                        </p:attrNameLst>
                                      </p:cBhvr>
                                      <p:to>
                                        <p:strVal val="visible"/>
                                      </p:to>
                                    </p:set>
                                    <p:anim calcmode="lin" valueType="num">
                                      <p:cBhvr additive="base">
                                        <p:cTn dur="500"/>
                                        <p:tgtEl>
                                          <p:spTgt spid="265"/>
                                        </p:tgtEl>
                                        <p:attrNameLst>
                                          <p:attrName>ppt_w</p:attrName>
                                        </p:attrNameLst>
                                      </p:cBhvr>
                                      <p:tavLst>
                                        <p:tav fmla="" tm="0">
                                          <p:val>
                                            <p:strVal val="0"/>
                                          </p:val>
                                        </p:tav>
                                        <p:tav fmla="" tm="100000">
                                          <p:val>
                                            <p:strVal val="#ppt_w"/>
                                          </p:val>
                                        </p:tav>
                                      </p:tavLst>
                                    </p:anim>
                                    <p:anim calcmode="lin" valueType="num">
                                      <p:cBhvr additive="base">
                                        <p:cTn dur="500"/>
                                        <p:tgtEl>
                                          <p:spTgt spid="265"/>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6"/>
                                        </p:tgtEl>
                                        <p:attrNameLst>
                                          <p:attrName>style.visibility</p:attrName>
                                        </p:attrNameLst>
                                      </p:cBhvr>
                                      <p:to>
                                        <p:strVal val="visible"/>
                                      </p:to>
                                    </p:set>
                                    <p:animEffect filter="fade" transition="in">
                                      <p:cBhvr>
                                        <p:cTn dur="1000"/>
                                        <p:tgtEl>
                                          <p:spTgt spid="26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xEl>
                                              <p:pRg end="0" st="0"/>
                                            </p:txEl>
                                          </p:spTgt>
                                        </p:tgtEl>
                                        <p:attrNameLst>
                                          <p:attrName>style.visibility</p:attrName>
                                        </p:attrNameLst>
                                      </p:cBhvr>
                                      <p:to>
                                        <p:strVal val="visible"/>
                                      </p:to>
                                    </p:set>
                                    <p:animEffect filter="fade" transition="in">
                                      <p:cBhvr>
                                        <p:cTn dur="1000"/>
                                        <p:tgtEl>
                                          <p:spTgt spid="267">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pic>
        <p:nvPicPr>
          <p:cNvPr id="273" name="Google Shape;273;p32"/>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274" name="Google Shape;274;p32"/>
          <p:cNvSpPr txBox="1"/>
          <p:nvPr>
            <p:ph type="title"/>
          </p:nvPr>
        </p:nvSpPr>
        <p:spPr>
          <a:xfrm>
            <a:off x="675957" y="370589"/>
            <a:ext cx="2981643" cy="830997"/>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800"/>
              <a:buFont typeface="Trebuchet MS"/>
              <a:buNone/>
            </a:pPr>
            <a:r>
              <a:rPr lang="en-US"/>
              <a:t>RESULTS </a:t>
            </a:r>
            <a:endParaRPr/>
          </a:p>
        </p:txBody>
      </p:sp>
      <p:sp>
        <p:nvSpPr>
          <p:cNvPr id="275" name="Google Shape;275;p32"/>
          <p:cNvSpPr txBox="1"/>
          <p:nvPr/>
        </p:nvSpPr>
        <p:spPr>
          <a:xfrm>
            <a:off x="320982"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276" name="Google Shape;276;p32"/>
          <p:cNvSpPr txBox="1"/>
          <p:nvPr>
            <p:ph idx="1" type="body"/>
          </p:nvPr>
        </p:nvSpPr>
        <p:spPr>
          <a:xfrm>
            <a:off x="807175" y="1201575"/>
            <a:ext cx="9641700" cy="831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600"/>
              <a:buNone/>
            </a:pPr>
            <a:r>
              <a:rPr lang="en-US">
                <a:solidFill>
                  <a:schemeClr val="dk1"/>
                </a:solidFill>
                <a:latin typeface="Calibri"/>
                <a:ea typeface="Calibri"/>
                <a:cs typeface="Calibri"/>
                <a:sym typeface="Calibri"/>
              </a:rPr>
              <a:t>For the higher-yielding farms, </a:t>
            </a:r>
            <a:r>
              <a:rPr b="1" lang="en-US">
                <a:solidFill>
                  <a:schemeClr val="dk1"/>
                </a:solidFill>
                <a:latin typeface="Calibri"/>
                <a:ea typeface="Calibri"/>
                <a:cs typeface="Calibri"/>
                <a:sym typeface="Calibri"/>
              </a:rPr>
              <a:t>productivity peaks between 600 mm and 1000 mm of rainfall</a:t>
            </a:r>
            <a:r>
              <a:rPr lang="en-US">
                <a:solidFill>
                  <a:schemeClr val="dk1"/>
                </a:solidFill>
                <a:latin typeface="Calibri"/>
                <a:ea typeface="Calibri"/>
                <a:cs typeface="Calibri"/>
                <a:sym typeface="Calibri"/>
              </a:rPr>
              <a:t>, reaching up to 100 tonnes/ha before declining at extreme rainfall levels. </a:t>
            </a:r>
            <a:endParaRPr>
              <a:latin typeface="Calibri"/>
              <a:ea typeface="Calibri"/>
              <a:cs typeface="Calibri"/>
              <a:sym typeface="Calibri"/>
            </a:endParaRPr>
          </a:p>
        </p:txBody>
      </p:sp>
      <p:pic>
        <p:nvPicPr>
          <p:cNvPr id="277" name="Google Shape;277;p32"/>
          <p:cNvPicPr preferRelativeResize="0"/>
          <p:nvPr/>
        </p:nvPicPr>
        <p:blipFill>
          <a:blip r:embed="rId4">
            <a:alphaModFix/>
          </a:blip>
          <a:stretch>
            <a:fillRect/>
          </a:stretch>
        </p:blipFill>
        <p:spPr>
          <a:xfrm>
            <a:off x="1418025" y="2015250"/>
            <a:ext cx="7953375" cy="46101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74"/>
                                        </p:tgtEl>
                                        <p:attrNameLst>
                                          <p:attrName>style.visibility</p:attrName>
                                        </p:attrNameLst>
                                      </p:cBhvr>
                                      <p:to>
                                        <p:strVal val="visible"/>
                                      </p:to>
                                    </p:set>
                                    <p:anim calcmode="lin" valueType="num">
                                      <p:cBhvr additive="base">
                                        <p:cTn dur="500"/>
                                        <p:tgtEl>
                                          <p:spTgt spid="274"/>
                                        </p:tgtEl>
                                        <p:attrNameLst>
                                          <p:attrName>ppt_w</p:attrName>
                                        </p:attrNameLst>
                                      </p:cBhvr>
                                      <p:tavLst>
                                        <p:tav fmla="" tm="0">
                                          <p:val>
                                            <p:strVal val="0"/>
                                          </p:val>
                                        </p:tav>
                                        <p:tav fmla="" tm="100000">
                                          <p:val>
                                            <p:strVal val="#ppt_w"/>
                                          </p:val>
                                        </p:tav>
                                      </p:tavLst>
                                    </p:anim>
                                    <p:anim calcmode="lin" valueType="num">
                                      <p:cBhvr additive="base">
                                        <p:cTn dur="500"/>
                                        <p:tgtEl>
                                          <p:spTgt spid="274"/>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5"/>
                                        </p:tgtEl>
                                        <p:attrNameLst>
                                          <p:attrName>style.visibility</p:attrName>
                                        </p:attrNameLst>
                                      </p:cBhvr>
                                      <p:to>
                                        <p:strVal val="visible"/>
                                      </p:to>
                                    </p:set>
                                    <p:animEffect filter="fade" transition="in">
                                      <p:cBhvr>
                                        <p:cTn dur="1000"/>
                                        <p:tgtEl>
                                          <p:spTgt spid="27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6">
                                            <p:txEl>
                                              <p:pRg end="0" st="0"/>
                                            </p:txEl>
                                          </p:spTgt>
                                        </p:tgtEl>
                                        <p:attrNameLst>
                                          <p:attrName>style.visibility</p:attrName>
                                        </p:attrNameLst>
                                      </p:cBhvr>
                                      <p:to>
                                        <p:strVal val="visible"/>
                                      </p:to>
                                    </p:set>
                                    <p:animEffect filter="fade" transition="in">
                                      <p:cBhvr>
                                        <p:cTn dur="1000"/>
                                        <p:tgtEl>
                                          <p:spTgt spid="276">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pic>
        <p:nvPicPr>
          <p:cNvPr id="282" name="Google Shape;282;p33"/>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283" name="Google Shape;283;p33"/>
          <p:cNvSpPr txBox="1"/>
          <p:nvPr>
            <p:ph type="title"/>
          </p:nvPr>
        </p:nvSpPr>
        <p:spPr>
          <a:xfrm>
            <a:off x="675957" y="370589"/>
            <a:ext cx="2981700" cy="831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800"/>
              <a:buFont typeface="Trebuchet MS"/>
              <a:buNone/>
            </a:pPr>
            <a:r>
              <a:rPr lang="en-US"/>
              <a:t>RESULTS </a:t>
            </a:r>
            <a:endParaRPr/>
          </a:p>
        </p:txBody>
      </p:sp>
      <p:sp>
        <p:nvSpPr>
          <p:cNvPr id="284" name="Google Shape;284;p33"/>
          <p:cNvSpPr txBox="1"/>
          <p:nvPr/>
        </p:nvSpPr>
        <p:spPr>
          <a:xfrm>
            <a:off x="320982" y="1275371"/>
            <a:ext cx="3343500" cy="666000"/>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285" name="Google Shape;285;p33"/>
          <p:cNvSpPr txBox="1"/>
          <p:nvPr>
            <p:ph idx="1" type="body"/>
          </p:nvPr>
        </p:nvSpPr>
        <p:spPr>
          <a:xfrm>
            <a:off x="807173" y="1431700"/>
            <a:ext cx="9364200" cy="666000"/>
          </a:xfrm>
          <a:prstGeom prst="rect">
            <a:avLst/>
          </a:prstGeom>
          <a:noFill/>
          <a:ln>
            <a:noFill/>
          </a:ln>
        </p:spPr>
        <p:txBody>
          <a:bodyPr anchorCtr="0" anchor="t" bIns="45700" lIns="91425" spcFirstLastPara="1" rIns="91425" wrap="square" tIns="45700">
            <a:noAutofit/>
          </a:bodyPr>
          <a:lstStyle/>
          <a:p>
            <a:pPr indent="0" lvl="0" marL="0" rtl="0" algn="l">
              <a:lnSpc>
                <a:spcPct val="80000"/>
              </a:lnSpc>
              <a:spcBef>
                <a:spcPts val="0"/>
              </a:spcBef>
              <a:spcAft>
                <a:spcPts val="0"/>
              </a:spcAft>
              <a:buSzPts val="520"/>
              <a:buNone/>
            </a:pPr>
            <a:r>
              <a:rPr lang="en-US">
                <a:solidFill>
                  <a:schemeClr val="dk1"/>
                </a:solidFill>
                <a:latin typeface="Calibri"/>
                <a:ea typeface="Calibri"/>
                <a:cs typeface="Calibri"/>
                <a:sym typeface="Calibri"/>
              </a:rPr>
              <a:t>Across almost every crop type, the </a:t>
            </a:r>
            <a:r>
              <a:rPr b="1" lang="en-US">
                <a:solidFill>
                  <a:schemeClr val="dk1"/>
                </a:solidFill>
                <a:latin typeface="Calibri"/>
                <a:ea typeface="Calibri"/>
                <a:cs typeface="Calibri"/>
                <a:sym typeface="Calibri"/>
              </a:rPr>
              <a:t>Kharif season generates the highest average yield</a:t>
            </a:r>
            <a:r>
              <a:rPr lang="en-US">
                <a:solidFill>
                  <a:schemeClr val="dk1"/>
                </a:solidFill>
                <a:latin typeface="Calibri"/>
                <a:ea typeface="Calibri"/>
                <a:cs typeface="Calibri"/>
                <a:sym typeface="Calibri"/>
              </a:rPr>
              <a:t>, followed closely by </a:t>
            </a:r>
            <a:r>
              <a:rPr b="1" lang="en-US">
                <a:solidFill>
                  <a:schemeClr val="dk1"/>
                </a:solidFill>
                <a:latin typeface="Calibri"/>
                <a:ea typeface="Calibri"/>
                <a:cs typeface="Calibri"/>
                <a:sym typeface="Calibri"/>
              </a:rPr>
              <a:t>Rabi</a:t>
            </a:r>
            <a:r>
              <a:rPr lang="en-US">
                <a:solidFill>
                  <a:schemeClr val="dk1"/>
                </a:solidFill>
                <a:latin typeface="Calibri"/>
                <a:ea typeface="Calibri"/>
                <a:cs typeface="Calibri"/>
                <a:sym typeface="Calibri"/>
              </a:rPr>
              <a:t>, while </a:t>
            </a:r>
            <a:r>
              <a:rPr b="1" lang="en-US">
                <a:solidFill>
                  <a:schemeClr val="dk1"/>
                </a:solidFill>
                <a:latin typeface="Calibri"/>
                <a:ea typeface="Calibri"/>
                <a:cs typeface="Calibri"/>
                <a:sym typeface="Calibri"/>
              </a:rPr>
              <a:t>Zaid consistently produces the lowest</a:t>
            </a:r>
            <a:r>
              <a:rPr lang="en-US">
                <a:solidFill>
                  <a:schemeClr val="dk1"/>
                </a:solidFill>
                <a:latin typeface="Calibri"/>
                <a:ea typeface="Calibri"/>
                <a:cs typeface="Calibri"/>
                <a:sym typeface="Calibri"/>
              </a:rPr>
              <a:t>. </a:t>
            </a:r>
            <a:endParaRPr>
              <a:latin typeface="Calibri"/>
              <a:ea typeface="Calibri"/>
              <a:cs typeface="Calibri"/>
              <a:sym typeface="Calibri"/>
            </a:endParaRPr>
          </a:p>
        </p:txBody>
      </p:sp>
      <p:pic>
        <p:nvPicPr>
          <p:cNvPr id="286" name="Google Shape;286;p33"/>
          <p:cNvPicPr preferRelativeResize="0"/>
          <p:nvPr/>
        </p:nvPicPr>
        <p:blipFill>
          <a:blip r:embed="rId4">
            <a:alphaModFix/>
          </a:blip>
          <a:stretch>
            <a:fillRect/>
          </a:stretch>
        </p:blipFill>
        <p:spPr>
          <a:xfrm>
            <a:off x="1057075" y="2097700"/>
            <a:ext cx="9364198" cy="4525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83"/>
                                        </p:tgtEl>
                                        <p:attrNameLst>
                                          <p:attrName>style.visibility</p:attrName>
                                        </p:attrNameLst>
                                      </p:cBhvr>
                                      <p:to>
                                        <p:strVal val="visible"/>
                                      </p:to>
                                    </p:set>
                                    <p:anim calcmode="lin" valueType="num">
                                      <p:cBhvr additive="base">
                                        <p:cTn dur="500"/>
                                        <p:tgtEl>
                                          <p:spTgt spid="283"/>
                                        </p:tgtEl>
                                        <p:attrNameLst>
                                          <p:attrName>ppt_w</p:attrName>
                                        </p:attrNameLst>
                                      </p:cBhvr>
                                      <p:tavLst>
                                        <p:tav fmla="" tm="0">
                                          <p:val>
                                            <p:strVal val="0"/>
                                          </p:val>
                                        </p:tav>
                                        <p:tav fmla="" tm="100000">
                                          <p:val>
                                            <p:strVal val="#ppt_w"/>
                                          </p:val>
                                        </p:tav>
                                      </p:tavLst>
                                    </p:anim>
                                    <p:anim calcmode="lin" valueType="num">
                                      <p:cBhvr additive="base">
                                        <p:cTn dur="500"/>
                                        <p:tgtEl>
                                          <p:spTgt spid="283"/>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4"/>
                                        </p:tgtEl>
                                        <p:attrNameLst>
                                          <p:attrName>style.visibility</p:attrName>
                                        </p:attrNameLst>
                                      </p:cBhvr>
                                      <p:to>
                                        <p:strVal val="visible"/>
                                      </p:to>
                                    </p:set>
                                    <p:animEffect filter="fade" transition="in">
                                      <p:cBhvr>
                                        <p:cTn dur="1000"/>
                                        <p:tgtEl>
                                          <p:spTgt spid="28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85">
                                            <p:txEl>
                                              <p:pRg end="0" st="0"/>
                                            </p:txEl>
                                          </p:spTgt>
                                        </p:tgtEl>
                                        <p:attrNameLst>
                                          <p:attrName>style.visibility</p:attrName>
                                        </p:attrNameLst>
                                      </p:cBhvr>
                                      <p:to>
                                        <p:strVal val="visible"/>
                                      </p:to>
                                    </p:set>
                                    <p:animEffect filter="fade" transition="in">
                                      <p:cBhvr>
                                        <p:cTn dur="1000"/>
                                        <p:tgtEl>
                                          <p:spTgt spid="285">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pic>
        <p:nvPicPr>
          <p:cNvPr id="291" name="Google Shape;291;p34"/>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292" name="Google Shape;292;p34"/>
          <p:cNvSpPr txBox="1"/>
          <p:nvPr>
            <p:ph type="title"/>
          </p:nvPr>
        </p:nvSpPr>
        <p:spPr>
          <a:xfrm>
            <a:off x="675957" y="370589"/>
            <a:ext cx="2981700" cy="831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800"/>
              <a:buFont typeface="Trebuchet MS"/>
              <a:buNone/>
            </a:pPr>
            <a:r>
              <a:rPr lang="en-US"/>
              <a:t>RESULTS </a:t>
            </a:r>
            <a:endParaRPr/>
          </a:p>
        </p:txBody>
      </p:sp>
      <p:sp>
        <p:nvSpPr>
          <p:cNvPr id="293" name="Google Shape;293;p34"/>
          <p:cNvSpPr txBox="1"/>
          <p:nvPr/>
        </p:nvSpPr>
        <p:spPr>
          <a:xfrm>
            <a:off x="320982" y="1275371"/>
            <a:ext cx="3343500" cy="666000"/>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294" name="Google Shape;294;p34"/>
          <p:cNvSpPr txBox="1"/>
          <p:nvPr>
            <p:ph idx="1" type="body"/>
          </p:nvPr>
        </p:nvSpPr>
        <p:spPr>
          <a:xfrm>
            <a:off x="807175" y="1201625"/>
            <a:ext cx="9780600" cy="831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600"/>
              <a:buNone/>
            </a:pPr>
            <a:r>
              <a:rPr lang="en-US">
                <a:solidFill>
                  <a:schemeClr val="dk1"/>
                </a:solidFill>
                <a:latin typeface="Calibri"/>
                <a:ea typeface="Calibri"/>
                <a:cs typeface="Calibri"/>
                <a:sym typeface="Calibri"/>
              </a:rPr>
              <a:t>Across nearly all crops, </a:t>
            </a:r>
            <a:r>
              <a:rPr b="1" lang="en-US">
                <a:solidFill>
                  <a:schemeClr val="dk1"/>
                </a:solidFill>
                <a:latin typeface="Calibri"/>
                <a:ea typeface="Calibri"/>
                <a:cs typeface="Calibri"/>
                <a:sym typeface="Calibri"/>
              </a:rPr>
              <a:t>Kharif consistently delivers the highest median yield and maximum range</a:t>
            </a:r>
            <a:r>
              <a:rPr lang="en-US">
                <a:solidFill>
                  <a:schemeClr val="dk1"/>
                </a:solidFill>
                <a:latin typeface="Calibri"/>
                <a:ea typeface="Calibri"/>
                <a:cs typeface="Calibri"/>
                <a:sym typeface="Calibri"/>
              </a:rPr>
              <a:t>, while </a:t>
            </a:r>
            <a:r>
              <a:rPr b="1" lang="en-US">
                <a:solidFill>
                  <a:schemeClr val="dk1"/>
                </a:solidFill>
                <a:latin typeface="Calibri"/>
                <a:ea typeface="Calibri"/>
                <a:cs typeface="Calibri"/>
                <a:sym typeface="Calibri"/>
              </a:rPr>
              <a:t>Zaid tends to show the lowest performance</a:t>
            </a:r>
            <a:r>
              <a:rPr lang="en-US">
                <a:solidFill>
                  <a:schemeClr val="dk1"/>
                </a:solidFill>
                <a:latin typeface="Calibri"/>
                <a:ea typeface="Calibri"/>
                <a:cs typeface="Calibri"/>
                <a:sym typeface="Calibri"/>
              </a:rPr>
              <a:t>. </a:t>
            </a:r>
            <a:endParaRPr>
              <a:latin typeface="Calibri"/>
              <a:ea typeface="Calibri"/>
              <a:cs typeface="Calibri"/>
              <a:sym typeface="Calibri"/>
            </a:endParaRPr>
          </a:p>
        </p:txBody>
      </p:sp>
      <p:pic>
        <p:nvPicPr>
          <p:cNvPr id="295" name="Google Shape;295;p34"/>
          <p:cNvPicPr preferRelativeResize="0"/>
          <p:nvPr/>
        </p:nvPicPr>
        <p:blipFill>
          <a:blip r:embed="rId4">
            <a:alphaModFix/>
          </a:blip>
          <a:stretch>
            <a:fillRect/>
          </a:stretch>
        </p:blipFill>
        <p:spPr>
          <a:xfrm>
            <a:off x="807175" y="2139400"/>
            <a:ext cx="8946926" cy="4525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292"/>
                                        </p:tgtEl>
                                        <p:attrNameLst>
                                          <p:attrName>style.visibility</p:attrName>
                                        </p:attrNameLst>
                                      </p:cBhvr>
                                      <p:to>
                                        <p:strVal val="visible"/>
                                      </p:to>
                                    </p:set>
                                    <p:anim calcmode="lin" valueType="num">
                                      <p:cBhvr additive="base">
                                        <p:cTn dur="500"/>
                                        <p:tgtEl>
                                          <p:spTgt spid="292"/>
                                        </p:tgtEl>
                                        <p:attrNameLst>
                                          <p:attrName>ppt_w</p:attrName>
                                        </p:attrNameLst>
                                      </p:cBhvr>
                                      <p:tavLst>
                                        <p:tav fmla="" tm="0">
                                          <p:val>
                                            <p:strVal val="0"/>
                                          </p:val>
                                        </p:tav>
                                        <p:tav fmla="" tm="100000">
                                          <p:val>
                                            <p:strVal val="#ppt_w"/>
                                          </p:val>
                                        </p:tav>
                                      </p:tavLst>
                                    </p:anim>
                                    <p:anim calcmode="lin" valueType="num">
                                      <p:cBhvr additive="base">
                                        <p:cTn dur="500"/>
                                        <p:tgtEl>
                                          <p:spTgt spid="292"/>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3"/>
                                        </p:tgtEl>
                                        <p:attrNameLst>
                                          <p:attrName>style.visibility</p:attrName>
                                        </p:attrNameLst>
                                      </p:cBhvr>
                                      <p:to>
                                        <p:strVal val="visible"/>
                                      </p:to>
                                    </p:set>
                                    <p:animEffect filter="fade" transition="in">
                                      <p:cBhvr>
                                        <p:cTn dur="1000"/>
                                        <p:tgtEl>
                                          <p:spTgt spid="2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animEffect filter="fade" transition="in">
                                      <p:cBhvr>
                                        <p:cTn dur="1000"/>
                                        <p:tgtEl>
                                          <p:spTgt spid="294">
                                            <p:txEl>
                                              <p:pRg end="0" st="0"/>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9" name="Shape 299"/>
        <p:cNvGrpSpPr/>
        <p:nvPr/>
      </p:nvGrpSpPr>
      <p:grpSpPr>
        <a:xfrm>
          <a:off x="0" y="0"/>
          <a:ext cx="0" cy="0"/>
          <a:chOff x="0" y="0"/>
          <a:chExt cx="0" cy="0"/>
        </a:xfrm>
      </p:grpSpPr>
      <p:pic>
        <p:nvPicPr>
          <p:cNvPr id="300" name="Google Shape;300;p35"/>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301" name="Google Shape;301;p35"/>
          <p:cNvSpPr txBox="1"/>
          <p:nvPr>
            <p:ph type="title"/>
          </p:nvPr>
        </p:nvSpPr>
        <p:spPr>
          <a:xfrm>
            <a:off x="675957" y="370589"/>
            <a:ext cx="4735798" cy="830997"/>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000"/>
              <a:buFont typeface="Trebuchet MS"/>
              <a:buNone/>
            </a:pPr>
            <a:r>
              <a:rPr lang="en-US" sz="4000"/>
              <a:t>Future scope</a:t>
            </a:r>
            <a:endParaRPr sz="4000"/>
          </a:p>
        </p:txBody>
      </p:sp>
      <p:sp>
        <p:nvSpPr>
          <p:cNvPr id="302" name="Google Shape;302;p35"/>
          <p:cNvSpPr txBox="1"/>
          <p:nvPr/>
        </p:nvSpPr>
        <p:spPr>
          <a:xfrm>
            <a:off x="320982"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303" name="Google Shape;303;p35"/>
          <p:cNvSpPr txBox="1"/>
          <p:nvPr/>
        </p:nvSpPr>
        <p:spPr>
          <a:xfrm>
            <a:off x="675948" y="1201563"/>
            <a:ext cx="8603400" cy="5008800"/>
          </a:xfrm>
          <a:prstGeom prst="rect">
            <a:avLst/>
          </a:prstGeom>
          <a:noFill/>
          <a:ln>
            <a:noFill/>
          </a:ln>
        </p:spPr>
        <p:txBody>
          <a:bodyPr anchorCtr="0" anchor="t" bIns="45700" lIns="91425" spcFirstLastPara="1" rIns="91425" wrap="square" tIns="45700">
            <a:noAutofit/>
          </a:bodyPr>
          <a:lstStyle/>
          <a:p>
            <a:pPr indent="-368300" lvl="0" marL="457200" rtl="0" algn="just">
              <a:spcBef>
                <a:spcPts val="0"/>
              </a:spcBef>
              <a:spcAft>
                <a:spcPts val="0"/>
              </a:spcAft>
              <a:buClr>
                <a:schemeClr val="dk1"/>
              </a:buClr>
              <a:buSzPts val="2200"/>
              <a:buChar char="●"/>
            </a:pPr>
            <a:r>
              <a:rPr b="1" lang="en-US" sz="2200">
                <a:solidFill>
                  <a:schemeClr val="dk1"/>
                </a:solidFill>
                <a:latin typeface="Calibri"/>
                <a:ea typeface="Calibri"/>
                <a:cs typeface="Calibri"/>
                <a:sym typeface="Calibri"/>
              </a:rPr>
              <a:t>Yield Prediction Models:</a:t>
            </a:r>
            <a:r>
              <a:rPr lang="en-US" sz="2200">
                <a:solidFill>
                  <a:schemeClr val="dk1"/>
                </a:solidFill>
                <a:latin typeface="Calibri"/>
                <a:ea typeface="Calibri"/>
                <a:cs typeface="Calibri"/>
                <a:sym typeface="Calibri"/>
              </a:rPr>
              <a:t> Build machine learning models to forecast crop yield and farm revenue based on weather and soil data.</a:t>
            </a:r>
            <a:endParaRPr sz="2200">
              <a:solidFill>
                <a:schemeClr val="dk1"/>
              </a:solidFill>
              <a:latin typeface="Calibri"/>
              <a:ea typeface="Calibri"/>
              <a:cs typeface="Calibri"/>
              <a:sym typeface="Calibri"/>
            </a:endParaRPr>
          </a:p>
          <a:p>
            <a:pPr indent="-368300" lvl="0" marL="457200" rtl="0" algn="just">
              <a:spcBef>
                <a:spcPts val="0"/>
              </a:spcBef>
              <a:spcAft>
                <a:spcPts val="0"/>
              </a:spcAft>
              <a:buClr>
                <a:schemeClr val="dk1"/>
              </a:buClr>
              <a:buSzPts val="2200"/>
              <a:buChar char="●"/>
            </a:pPr>
            <a:r>
              <a:rPr b="1" lang="en-US" sz="2200">
                <a:solidFill>
                  <a:schemeClr val="dk1"/>
                </a:solidFill>
                <a:latin typeface="Calibri"/>
                <a:ea typeface="Calibri"/>
                <a:cs typeface="Calibri"/>
                <a:sym typeface="Calibri"/>
              </a:rPr>
              <a:t>Precision Irrigation:</a:t>
            </a:r>
            <a:r>
              <a:rPr lang="en-US" sz="2200">
                <a:solidFill>
                  <a:schemeClr val="dk1"/>
                </a:solidFill>
                <a:latin typeface="Calibri"/>
                <a:ea typeface="Calibri"/>
                <a:cs typeface="Calibri"/>
                <a:sym typeface="Calibri"/>
              </a:rPr>
              <a:t> Implement smart watering systems to optimize rainfall usage and maintain the ideal 600–1000 mm moisture range.</a:t>
            </a:r>
            <a:endParaRPr sz="2200">
              <a:solidFill>
                <a:schemeClr val="dk1"/>
              </a:solidFill>
              <a:latin typeface="Calibri"/>
              <a:ea typeface="Calibri"/>
              <a:cs typeface="Calibri"/>
              <a:sym typeface="Calibri"/>
            </a:endParaRPr>
          </a:p>
          <a:p>
            <a:pPr indent="-368300" lvl="0" marL="457200" rtl="0" algn="just">
              <a:spcBef>
                <a:spcPts val="0"/>
              </a:spcBef>
              <a:spcAft>
                <a:spcPts val="0"/>
              </a:spcAft>
              <a:buClr>
                <a:schemeClr val="dk1"/>
              </a:buClr>
              <a:buSzPts val="2200"/>
              <a:buChar char="●"/>
            </a:pPr>
            <a:r>
              <a:rPr b="1" lang="en-US" sz="2200">
                <a:solidFill>
                  <a:schemeClr val="dk1"/>
                </a:solidFill>
                <a:latin typeface="Calibri"/>
                <a:ea typeface="Calibri"/>
                <a:cs typeface="Calibri"/>
                <a:sym typeface="Calibri"/>
              </a:rPr>
              <a:t>Zaid Season Improvement:</a:t>
            </a:r>
            <a:r>
              <a:rPr lang="en-US" sz="2200">
                <a:solidFill>
                  <a:schemeClr val="dk1"/>
                </a:solidFill>
                <a:latin typeface="Calibri"/>
                <a:ea typeface="Calibri"/>
                <a:cs typeface="Calibri"/>
                <a:sym typeface="Calibri"/>
              </a:rPr>
              <a:t> Test shade-net farming and drought-resistant crops to increase low off-season returns.</a:t>
            </a:r>
            <a:endParaRPr sz="2200">
              <a:solidFill>
                <a:schemeClr val="dk1"/>
              </a:solidFill>
              <a:latin typeface="Calibri"/>
              <a:ea typeface="Calibri"/>
              <a:cs typeface="Calibri"/>
              <a:sym typeface="Calibri"/>
            </a:endParaRPr>
          </a:p>
          <a:p>
            <a:pPr indent="-368300" lvl="0" marL="457200" rtl="0" algn="just">
              <a:spcBef>
                <a:spcPts val="0"/>
              </a:spcBef>
              <a:spcAft>
                <a:spcPts val="0"/>
              </a:spcAft>
              <a:buClr>
                <a:schemeClr val="dk1"/>
              </a:buClr>
              <a:buSzPts val="2200"/>
              <a:buChar char="●"/>
            </a:pPr>
            <a:r>
              <a:rPr b="1" lang="en-US" sz="2200">
                <a:solidFill>
                  <a:schemeClr val="dk1"/>
                </a:solidFill>
                <a:latin typeface="Calibri"/>
                <a:ea typeface="Calibri"/>
                <a:cs typeface="Calibri"/>
                <a:sym typeface="Calibri"/>
              </a:rPr>
              <a:t>Smart Advisory Tools:</a:t>
            </a:r>
            <a:r>
              <a:rPr lang="en-US" sz="2200">
                <a:solidFill>
                  <a:schemeClr val="dk1"/>
                </a:solidFill>
                <a:latin typeface="Calibri"/>
                <a:ea typeface="Calibri"/>
                <a:cs typeface="Calibri"/>
                <a:sym typeface="Calibri"/>
              </a:rPr>
              <a:t> Develop mobile apps providing real-time seasonal and crop recommendation guides for farmers.</a:t>
            </a:r>
            <a:endParaRPr sz="2200">
              <a:solidFill>
                <a:schemeClr val="dk1"/>
              </a:solidFill>
              <a:latin typeface="Calibri"/>
              <a:ea typeface="Calibri"/>
              <a:cs typeface="Calibri"/>
              <a:sym typeface="Calibri"/>
            </a:endParaRPr>
          </a:p>
          <a:p>
            <a:pPr indent="-368300" lvl="0" marL="457200" rtl="0" algn="just">
              <a:spcBef>
                <a:spcPts val="0"/>
              </a:spcBef>
              <a:spcAft>
                <a:spcPts val="0"/>
              </a:spcAft>
              <a:buClr>
                <a:schemeClr val="dk1"/>
              </a:buClr>
              <a:buSzPts val="2200"/>
              <a:buChar char="●"/>
            </a:pPr>
            <a:r>
              <a:rPr b="1" lang="en-US" sz="2200">
                <a:solidFill>
                  <a:schemeClr val="dk1"/>
                </a:solidFill>
                <a:latin typeface="Calibri"/>
                <a:ea typeface="Calibri"/>
                <a:cs typeface="Calibri"/>
                <a:sym typeface="Calibri"/>
              </a:rPr>
              <a:t>Targeted Financial Support:</a:t>
            </a:r>
            <a:r>
              <a:rPr lang="en-US" sz="2200">
                <a:solidFill>
                  <a:schemeClr val="dk1"/>
                </a:solidFill>
                <a:latin typeface="Calibri"/>
                <a:ea typeface="Calibri"/>
                <a:cs typeface="Calibri"/>
                <a:sym typeface="Calibri"/>
              </a:rPr>
              <a:t> Create data-driven risk models to help banks and governments offer tailored crop insurance and loans.</a:t>
            </a:r>
            <a:endParaRPr sz="2200">
              <a:solidFill>
                <a:schemeClr val="dk1"/>
              </a:solidFill>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01"/>
                                        </p:tgtEl>
                                        <p:attrNameLst>
                                          <p:attrName>style.visibility</p:attrName>
                                        </p:attrNameLst>
                                      </p:cBhvr>
                                      <p:to>
                                        <p:strVal val="visible"/>
                                      </p:to>
                                    </p:set>
                                    <p:anim calcmode="lin" valueType="num">
                                      <p:cBhvr additive="base">
                                        <p:cTn dur="500"/>
                                        <p:tgtEl>
                                          <p:spTgt spid="301"/>
                                        </p:tgtEl>
                                        <p:attrNameLst>
                                          <p:attrName>ppt_w</p:attrName>
                                        </p:attrNameLst>
                                      </p:cBhvr>
                                      <p:tavLst>
                                        <p:tav fmla="" tm="0">
                                          <p:val>
                                            <p:strVal val="0"/>
                                          </p:val>
                                        </p:tav>
                                        <p:tav fmla="" tm="100000">
                                          <p:val>
                                            <p:strVal val="#ppt_w"/>
                                          </p:val>
                                        </p:tav>
                                      </p:tavLst>
                                    </p:anim>
                                    <p:anim calcmode="lin" valueType="num">
                                      <p:cBhvr additive="base">
                                        <p:cTn dur="500"/>
                                        <p:tgtEl>
                                          <p:spTgt spid="301"/>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02"/>
                                        </p:tgtEl>
                                        <p:attrNameLst>
                                          <p:attrName>style.visibility</p:attrName>
                                        </p:attrNameLst>
                                      </p:cBhvr>
                                      <p:to>
                                        <p:strVal val="visible"/>
                                      </p:to>
                                    </p:set>
                                    <p:animEffect filter="fade" transition="in">
                                      <p:cBhvr>
                                        <p:cTn dur="1000"/>
                                        <p:tgtEl>
                                          <p:spTgt spid="30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03"/>
                                        </p:tgtEl>
                                        <p:attrNameLst>
                                          <p:attrName>style.visibility</p:attrName>
                                        </p:attrNameLst>
                                      </p:cBhvr>
                                      <p:to>
                                        <p:strVal val="visible"/>
                                      </p:to>
                                    </p:set>
                                    <p:animEffect filter="fade" transition="in">
                                      <p:cBhvr>
                                        <p:cTn dur="1000"/>
                                        <p:tgtEl>
                                          <p:spTgt spid="30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pic>
        <p:nvPicPr>
          <p:cNvPr id="308" name="Google Shape;308;p36"/>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309" name="Google Shape;309;p36"/>
          <p:cNvSpPr txBox="1"/>
          <p:nvPr>
            <p:ph type="title"/>
          </p:nvPr>
        </p:nvSpPr>
        <p:spPr>
          <a:xfrm>
            <a:off x="675957" y="370589"/>
            <a:ext cx="4735798" cy="830997"/>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chemeClr val="dk1"/>
              </a:buClr>
              <a:buSzPts val="4000"/>
              <a:buFont typeface="Trebuchet MS"/>
              <a:buNone/>
            </a:pPr>
            <a:r>
              <a:rPr lang="en-US" sz="4000"/>
              <a:t>GitHub Link</a:t>
            </a:r>
            <a:endParaRPr sz="4000"/>
          </a:p>
        </p:txBody>
      </p:sp>
      <p:sp>
        <p:nvSpPr>
          <p:cNvPr id="310" name="Google Shape;310;p36"/>
          <p:cNvSpPr txBox="1"/>
          <p:nvPr/>
        </p:nvSpPr>
        <p:spPr>
          <a:xfrm>
            <a:off x="320982"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311" name="Google Shape;311;p36"/>
          <p:cNvSpPr txBox="1"/>
          <p:nvPr/>
        </p:nvSpPr>
        <p:spPr>
          <a:xfrm>
            <a:off x="4345694"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312" name="Google Shape;312;p36"/>
          <p:cNvSpPr txBox="1"/>
          <p:nvPr/>
        </p:nvSpPr>
        <p:spPr>
          <a:xfrm>
            <a:off x="138825" y="2428800"/>
            <a:ext cx="88386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000">
                <a:latin typeface="Calibri"/>
                <a:ea typeface="Calibri"/>
                <a:cs typeface="Calibri"/>
                <a:sym typeface="Calibri"/>
              </a:rPr>
              <a:t>https://github.com/aswinis1/Seasonal-Agriculture-Performance-Analysis.git</a:t>
            </a:r>
            <a:endParaRPr sz="2000">
              <a:latin typeface="Calibri"/>
              <a:ea typeface="Calibri"/>
              <a:cs typeface="Calibri"/>
              <a:sym typeface="Calibri"/>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09"/>
                                        </p:tgtEl>
                                        <p:attrNameLst>
                                          <p:attrName>style.visibility</p:attrName>
                                        </p:attrNameLst>
                                      </p:cBhvr>
                                      <p:to>
                                        <p:strVal val="visible"/>
                                      </p:to>
                                    </p:set>
                                    <p:anim calcmode="lin" valueType="num">
                                      <p:cBhvr additive="base">
                                        <p:cTn dur="500"/>
                                        <p:tgtEl>
                                          <p:spTgt spid="309"/>
                                        </p:tgtEl>
                                        <p:attrNameLst>
                                          <p:attrName>ppt_w</p:attrName>
                                        </p:attrNameLst>
                                      </p:cBhvr>
                                      <p:tavLst>
                                        <p:tav fmla="" tm="0">
                                          <p:val>
                                            <p:strVal val="0"/>
                                          </p:val>
                                        </p:tav>
                                        <p:tav fmla="" tm="100000">
                                          <p:val>
                                            <p:strVal val="#ppt_w"/>
                                          </p:val>
                                        </p:tav>
                                      </p:tavLst>
                                    </p:anim>
                                    <p:anim calcmode="lin" valueType="num">
                                      <p:cBhvr additive="base">
                                        <p:cTn dur="500"/>
                                        <p:tgtEl>
                                          <p:spTgt spid="309"/>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0"/>
                                        </p:tgtEl>
                                        <p:attrNameLst>
                                          <p:attrName>style.visibility</p:attrName>
                                        </p:attrNameLst>
                                      </p:cBhvr>
                                      <p:to>
                                        <p:strVal val="visible"/>
                                      </p:to>
                                    </p:set>
                                    <p:animEffect filter="fade" transition="in">
                                      <p:cBhvr>
                                        <p:cTn dur="1000"/>
                                        <p:tgtEl>
                                          <p:spTgt spid="3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1"/>
                                        </p:tgtEl>
                                        <p:attrNameLst>
                                          <p:attrName>style.visibility</p:attrName>
                                        </p:attrNameLst>
                                      </p:cBhvr>
                                      <p:to>
                                        <p:strVal val="visible"/>
                                      </p:to>
                                    </p:set>
                                    <p:animEffect filter="fade" transition="in">
                                      <p:cBhvr>
                                        <p:cTn dur="1000"/>
                                        <p:tgtEl>
                                          <p:spTgt spid="31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pic>
        <p:nvPicPr>
          <p:cNvPr id="317" name="Google Shape;317;p37"/>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318" name="Google Shape;318;p37"/>
          <p:cNvSpPr txBox="1"/>
          <p:nvPr>
            <p:ph type="title"/>
          </p:nvPr>
        </p:nvSpPr>
        <p:spPr>
          <a:xfrm>
            <a:off x="675957" y="370589"/>
            <a:ext cx="8351388" cy="884658"/>
          </a:xfrm>
          <a:prstGeom prst="rect">
            <a:avLst/>
          </a:prstGeom>
          <a:noFill/>
          <a:ln>
            <a:noFill/>
          </a:ln>
        </p:spPr>
        <p:txBody>
          <a:bodyPr anchorCtr="0" anchor="t" bIns="45700" lIns="91425" spcFirstLastPara="1" rIns="91425" wrap="square" tIns="45700">
            <a:normAutofit fontScale="90000"/>
          </a:bodyPr>
          <a:lstStyle/>
          <a:p>
            <a:pPr indent="0" lvl="0" marL="0" rtl="0" algn="l">
              <a:spcBef>
                <a:spcPts val="0"/>
              </a:spcBef>
              <a:spcAft>
                <a:spcPts val="0"/>
              </a:spcAft>
              <a:buClr>
                <a:schemeClr val="dk1"/>
              </a:buClr>
              <a:buSzPct val="100000"/>
              <a:buFont typeface="Trebuchet MS"/>
              <a:buNone/>
            </a:pPr>
            <a:r>
              <a:rPr lang="en-US" sz="3200"/>
              <a:t>VOIS Course completion certificate - </a:t>
            </a:r>
            <a:br>
              <a:rPr lang="en-US" sz="3200"/>
            </a:br>
            <a:r>
              <a:rPr lang="en-US" sz="3200"/>
              <a:t>Course name- Data Visualization </a:t>
            </a:r>
            <a:endParaRPr sz="3200"/>
          </a:p>
        </p:txBody>
      </p:sp>
      <p:sp>
        <p:nvSpPr>
          <p:cNvPr id="319" name="Google Shape;319;p37"/>
          <p:cNvSpPr txBox="1"/>
          <p:nvPr/>
        </p:nvSpPr>
        <p:spPr>
          <a:xfrm>
            <a:off x="320982"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sp>
        <p:nvSpPr>
          <p:cNvPr id="320" name="Google Shape;320;p37"/>
          <p:cNvSpPr txBox="1"/>
          <p:nvPr/>
        </p:nvSpPr>
        <p:spPr>
          <a:xfrm>
            <a:off x="4345694" y="1275371"/>
            <a:ext cx="3343561" cy="666078"/>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600"/>
              <a:buFont typeface="Noto Sans Symbols"/>
              <a:buNone/>
            </a:pPr>
            <a:r>
              <a:t/>
            </a:r>
            <a:endParaRPr sz="2000">
              <a:solidFill>
                <a:schemeClr val="dk1"/>
              </a:solidFill>
              <a:latin typeface="Trebuchet MS"/>
              <a:ea typeface="Trebuchet MS"/>
              <a:cs typeface="Trebuchet MS"/>
              <a:sym typeface="Trebuchet MS"/>
            </a:endParaRPr>
          </a:p>
        </p:txBody>
      </p:sp>
      <p:pic>
        <p:nvPicPr>
          <p:cNvPr id="321" name="Google Shape;321;p37"/>
          <p:cNvPicPr preferRelativeResize="0"/>
          <p:nvPr/>
        </p:nvPicPr>
        <p:blipFill>
          <a:blip r:embed="rId4">
            <a:alphaModFix/>
          </a:blip>
          <a:stretch>
            <a:fillRect/>
          </a:stretch>
        </p:blipFill>
        <p:spPr>
          <a:xfrm>
            <a:off x="1188082" y="1557724"/>
            <a:ext cx="6501180" cy="4611751"/>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18"/>
                                        </p:tgtEl>
                                        <p:attrNameLst>
                                          <p:attrName>style.visibility</p:attrName>
                                        </p:attrNameLst>
                                      </p:cBhvr>
                                      <p:to>
                                        <p:strVal val="visible"/>
                                      </p:to>
                                    </p:set>
                                    <p:anim calcmode="lin" valueType="num">
                                      <p:cBhvr additive="base">
                                        <p:cTn dur="500"/>
                                        <p:tgtEl>
                                          <p:spTgt spid="318"/>
                                        </p:tgtEl>
                                        <p:attrNameLst>
                                          <p:attrName>ppt_w</p:attrName>
                                        </p:attrNameLst>
                                      </p:cBhvr>
                                      <p:tavLst>
                                        <p:tav fmla="" tm="0">
                                          <p:val>
                                            <p:strVal val="0"/>
                                          </p:val>
                                        </p:tav>
                                        <p:tav fmla="" tm="100000">
                                          <p:val>
                                            <p:strVal val="#ppt_w"/>
                                          </p:val>
                                        </p:tav>
                                      </p:tavLst>
                                    </p:anim>
                                    <p:anim calcmode="lin" valueType="num">
                                      <p:cBhvr additive="base">
                                        <p:cTn dur="500"/>
                                        <p:tgtEl>
                                          <p:spTgt spid="318"/>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19"/>
                                        </p:tgtEl>
                                        <p:attrNameLst>
                                          <p:attrName>style.visibility</p:attrName>
                                        </p:attrNameLst>
                                      </p:cBhvr>
                                      <p:to>
                                        <p:strVal val="visible"/>
                                      </p:to>
                                    </p:set>
                                    <p:animEffect filter="fade" transition="in">
                                      <p:cBhvr>
                                        <p:cTn dur="1000"/>
                                        <p:tgtEl>
                                          <p:spTgt spid="3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0"/>
                                        </p:tgtEl>
                                        <p:attrNameLst>
                                          <p:attrName>style.visibility</p:attrName>
                                        </p:attrNameLst>
                                      </p:cBhvr>
                                      <p:to>
                                        <p:strVal val="visible"/>
                                      </p:to>
                                    </p:set>
                                    <p:animEffect filter="fade" transition="in">
                                      <p:cBhvr>
                                        <p:cTn dur="1000"/>
                                        <p:tgtEl>
                                          <p:spTgt spid="32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38"/>
          <p:cNvSpPr txBox="1"/>
          <p:nvPr>
            <p:ph type="title"/>
          </p:nvPr>
        </p:nvSpPr>
        <p:spPr>
          <a:xfrm>
            <a:off x="432000" y="647700"/>
            <a:ext cx="11340000" cy="700114"/>
          </a:xfrm>
          <a:prstGeom prst="rect">
            <a:avLst/>
          </a:prstGeom>
          <a:noFill/>
          <a:ln>
            <a:noFill/>
          </a:ln>
        </p:spPr>
        <p:txBody>
          <a:bodyPr anchorCtr="0" anchor="ctr" bIns="45700" lIns="91425" spcFirstLastPara="1" rIns="91425" wrap="square" tIns="45700">
            <a:normAutofit fontScale="90000"/>
          </a:bodyPr>
          <a:lstStyle/>
          <a:p>
            <a:pPr indent="0" lvl="0" marL="0" rtl="0" algn="ctr">
              <a:spcBef>
                <a:spcPts val="0"/>
              </a:spcBef>
              <a:spcAft>
                <a:spcPts val="0"/>
              </a:spcAft>
              <a:buClr>
                <a:schemeClr val="dk1"/>
              </a:buClr>
              <a:buSzPct val="100000"/>
              <a:buFont typeface="Trebuchet MS"/>
              <a:buNone/>
            </a:pPr>
            <a:r>
              <a:rPr b="1" lang="en-US" sz="4800">
                <a:solidFill>
                  <a:schemeClr val="dk1"/>
                </a:solidFill>
              </a:rPr>
              <a:t>Thank you</a:t>
            </a:r>
            <a:endParaRPr b="1" sz="4800">
              <a:solidFill>
                <a:schemeClr val="dk1"/>
              </a:solidFill>
            </a:endParaRPr>
          </a:p>
        </p:txBody>
      </p:sp>
      <p:sp>
        <p:nvSpPr>
          <p:cNvPr id="327" name="Google Shape;327;p38"/>
          <p:cNvSpPr txBox="1"/>
          <p:nvPr>
            <p:ph idx="8" type="body"/>
          </p:nvPr>
        </p:nvSpPr>
        <p:spPr>
          <a:xfrm>
            <a:off x="3727865" y="4641925"/>
            <a:ext cx="2139695" cy="1108635"/>
          </a:xfrm>
          <a:prstGeom prst="rect">
            <a:avLst/>
          </a:prstGeom>
          <a:noFill/>
          <a:ln>
            <a:noFill/>
          </a:ln>
        </p:spPr>
        <p:txBody>
          <a:bodyPr anchorCtr="0" anchor="t" bIns="45700" lIns="91425" spcFirstLastPara="1" rIns="91425" wrap="square" tIns="45700">
            <a:normAutofit/>
          </a:bodyPr>
          <a:lstStyle/>
          <a:p>
            <a:pPr indent="0" lvl="0" marL="0" rtl="0" algn="ctr">
              <a:spcBef>
                <a:spcPts val="0"/>
              </a:spcBef>
              <a:spcAft>
                <a:spcPts val="0"/>
              </a:spcAft>
              <a:buSzPts val="1280"/>
              <a:buNone/>
            </a:pPr>
            <a:r>
              <a:rPr lang="en-US"/>
              <a:t>.</a:t>
            </a:r>
            <a:endParaRPr/>
          </a:p>
        </p:txBody>
      </p:sp>
      <p:sp>
        <p:nvSpPr>
          <p:cNvPr id="328" name="Google Shape;328;p38"/>
          <p:cNvSpPr txBox="1"/>
          <p:nvPr/>
        </p:nvSpPr>
        <p:spPr>
          <a:xfrm>
            <a:off x="878337" y="4134780"/>
            <a:ext cx="2596574" cy="453919"/>
          </a:xfrm>
          <a:prstGeom prst="rect">
            <a:avLst/>
          </a:prstGeom>
          <a:noFill/>
          <a:ln>
            <a:noFill/>
          </a:ln>
        </p:spPr>
        <p:txBody>
          <a:bodyPr anchorCtr="0" anchor="t" bIns="45700" lIns="91425" spcFirstLastPara="1" rIns="91425" wrap="square" tIns="45700">
            <a:normAutofit lnSpcReduction="10000"/>
          </a:bodyPr>
          <a:lstStyle/>
          <a:p>
            <a:pPr indent="0" lvl="0" marL="0" marR="0" rtl="0" algn="ctr">
              <a:spcBef>
                <a:spcPts val="0"/>
              </a:spcBef>
              <a:spcAft>
                <a:spcPts val="0"/>
              </a:spcAft>
              <a:buClr>
                <a:schemeClr val="accent1"/>
              </a:buClr>
              <a:buSzPts val="1920"/>
              <a:buFont typeface="Noto Sans Symbols"/>
              <a:buNone/>
            </a:pPr>
            <a:r>
              <a:t/>
            </a:r>
            <a:endParaRPr b="1" sz="2400">
              <a:solidFill>
                <a:schemeClr val="accent4"/>
              </a:solidFill>
              <a:latin typeface="Trebuchet MS"/>
              <a:ea typeface="Trebuchet MS"/>
              <a:cs typeface="Trebuchet MS"/>
              <a:sym typeface="Trebuchet MS"/>
            </a:endParaRPr>
          </a:p>
        </p:txBody>
      </p:sp>
      <p:sp>
        <p:nvSpPr>
          <p:cNvPr id="329" name="Google Shape;329;p38"/>
          <p:cNvSpPr txBox="1"/>
          <p:nvPr/>
        </p:nvSpPr>
        <p:spPr>
          <a:xfrm>
            <a:off x="5353508" y="3962573"/>
            <a:ext cx="2596574" cy="453919"/>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760"/>
              <a:buFont typeface="Noto Sans Symbols"/>
              <a:buNone/>
            </a:pPr>
            <a:r>
              <a:t/>
            </a:r>
            <a:endParaRPr b="1" sz="2200">
              <a:solidFill>
                <a:schemeClr val="accent4"/>
              </a:solidFill>
              <a:latin typeface="Trebuchet MS"/>
              <a:ea typeface="Trebuchet MS"/>
              <a:cs typeface="Trebuchet MS"/>
              <a:sym typeface="Trebuchet MS"/>
            </a:endParaRPr>
          </a:p>
        </p:txBody>
      </p:sp>
      <p:sp>
        <p:nvSpPr>
          <p:cNvPr id="330" name="Google Shape;330;p38"/>
          <p:cNvSpPr txBox="1"/>
          <p:nvPr/>
        </p:nvSpPr>
        <p:spPr>
          <a:xfrm>
            <a:off x="7789163" y="3962572"/>
            <a:ext cx="2596574" cy="453919"/>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760"/>
              <a:buFont typeface="Noto Sans Symbols"/>
              <a:buNone/>
            </a:pPr>
            <a:r>
              <a:t/>
            </a:r>
            <a:endParaRPr b="1" sz="2200">
              <a:solidFill>
                <a:schemeClr val="accent4"/>
              </a:solidFill>
              <a:latin typeface="Trebuchet MS"/>
              <a:ea typeface="Trebuchet MS"/>
              <a:cs typeface="Trebuchet MS"/>
              <a:sym typeface="Trebuchet MS"/>
            </a:endParaRPr>
          </a:p>
        </p:txBody>
      </p:sp>
      <p:sp>
        <p:nvSpPr>
          <p:cNvPr id="331" name="Google Shape;331;p38"/>
          <p:cNvSpPr txBox="1"/>
          <p:nvPr/>
        </p:nvSpPr>
        <p:spPr>
          <a:xfrm>
            <a:off x="6096000" y="4641925"/>
            <a:ext cx="2139695" cy="1108635"/>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280"/>
              <a:buFont typeface="Noto Sans Symbols"/>
              <a:buNone/>
            </a:pPr>
            <a:r>
              <a:t/>
            </a:r>
            <a:endParaRPr sz="1600">
              <a:solidFill>
                <a:schemeClr val="dk1"/>
              </a:solidFill>
              <a:latin typeface="Trebuchet MS"/>
              <a:ea typeface="Trebuchet MS"/>
              <a:cs typeface="Trebuchet MS"/>
              <a:sym typeface="Trebuchet MS"/>
            </a:endParaRPr>
          </a:p>
        </p:txBody>
      </p:sp>
      <p:sp>
        <p:nvSpPr>
          <p:cNvPr id="332" name="Google Shape;332;p38"/>
          <p:cNvSpPr txBox="1"/>
          <p:nvPr/>
        </p:nvSpPr>
        <p:spPr>
          <a:xfrm>
            <a:off x="8591363" y="4641925"/>
            <a:ext cx="2139695" cy="1108635"/>
          </a:xfrm>
          <a:prstGeom prst="rect">
            <a:avLst/>
          </a:prstGeom>
          <a:noFill/>
          <a:ln>
            <a:noFill/>
          </a:ln>
        </p:spPr>
        <p:txBody>
          <a:bodyPr anchorCtr="0" anchor="t" bIns="45700" lIns="91425" spcFirstLastPara="1" rIns="91425" wrap="square" tIns="45700">
            <a:normAutofit/>
          </a:bodyPr>
          <a:lstStyle/>
          <a:p>
            <a:pPr indent="0" lvl="0" marL="0" marR="0" rtl="0" algn="ctr">
              <a:spcBef>
                <a:spcPts val="0"/>
              </a:spcBef>
              <a:spcAft>
                <a:spcPts val="0"/>
              </a:spcAft>
              <a:buClr>
                <a:schemeClr val="accent1"/>
              </a:buClr>
              <a:buSzPts val="1280"/>
              <a:buFont typeface="Noto Sans Symbols"/>
              <a:buNone/>
            </a:pPr>
            <a:r>
              <a:rPr lang="en-US" sz="1600">
                <a:solidFill>
                  <a:schemeClr val="dk1"/>
                </a:solidFill>
                <a:latin typeface="Trebuchet MS"/>
                <a:ea typeface="Trebuchet MS"/>
                <a:cs typeface="Trebuchet MS"/>
                <a:sym typeface="Trebuchet MS"/>
              </a:rPr>
              <a:t>.</a:t>
            </a:r>
            <a:endParaRPr sz="1600">
              <a:solidFill>
                <a:schemeClr val="dk1"/>
              </a:solidFill>
              <a:latin typeface="Trebuchet MS"/>
              <a:ea typeface="Trebuchet MS"/>
              <a:cs typeface="Trebuchet MS"/>
              <a:sym typeface="Trebuchet MS"/>
            </a:endParaRPr>
          </a:p>
        </p:txBody>
      </p:sp>
      <p:pic>
        <p:nvPicPr>
          <p:cNvPr id="333" name="Google Shape;333;p38"/>
          <p:cNvPicPr preferRelativeResize="0"/>
          <p:nvPr/>
        </p:nvPicPr>
        <p:blipFill rotWithShape="1">
          <a:blip r:embed="rId3">
            <a:alphaModFix/>
          </a:blip>
          <a:srcRect b="0" l="0" r="0" t="96181"/>
          <a:stretch/>
        </p:blipFill>
        <p:spPr>
          <a:xfrm>
            <a:off x="675957" y="6471920"/>
            <a:ext cx="2143125" cy="193040"/>
          </a:xfrm>
          <a:prstGeom prst="rect">
            <a:avLst/>
          </a:prstGeom>
          <a:noFill/>
          <a:ln>
            <a:noFill/>
          </a:ln>
        </p:spPr>
      </p:pic>
      <p:sp>
        <p:nvSpPr>
          <p:cNvPr id="334" name="Google Shape;334;p38"/>
          <p:cNvSpPr txBox="1"/>
          <p:nvPr>
            <p:ph idx="7" type="body"/>
          </p:nvPr>
        </p:nvSpPr>
        <p:spPr>
          <a:xfrm>
            <a:off x="2975013" y="3962573"/>
            <a:ext cx="2139696" cy="344312"/>
          </a:xfrm>
          <a:prstGeom prst="rect">
            <a:avLst/>
          </a:prstGeom>
          <a:noFill/>
          <a:ln>
            <a:noFill/>
          </a:ln>
        </p:spPr>
        <p:txBody>
          <a:bodyPr anchorCtr="0" anchor="t" bIns="45700" lIns="91425" spcFirstLastPara="1" rIns="91425" wrap="square" tIns="45700">
            <a:normAutofit fontScale="92500" lnSpcReduction="20000"/>
          </a:bodyPr>
          <a:lstStyle/>
          <a:p>
            <a:pPr indent="0" lvl="0" marL="0" rtl="0" algn="ctr">
              <a:spcBef>
                <a:spcPts val="0"/>
              </a:spcBef>
              <a:spcAft>
                <a:spcPts val="0"/>
              </a:spcAft>
              <a:buSzPct val="80000"/>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326"/>
                                        </p:tgtEl>
                                        <p:attrNameLst>
                                          <p:attrName>style.visibility</p:attrName>
                                        </p:attrNameLst>
                                      </p:cBhvr>
                                      <p:to>
                                        <p:strVal val="visible"/>
                                      </p:to>
                                    </p:set>
                                    <p:anim calcmode="lin" valueType="num">
                                      <p:cBhvr additive="base">
                                        <p:cTn dur="500"/>
                                        <p:tgtEl>
                                          <p:spTgt spid="326"/>
                                        </p:tgtEl>
                                        <p:attrNameLst>
                                          <p:attrName>ppt_w</p:attrName>
                                        </p:attrNameLst>
                                      </p:cBhvr>
                                      <p:tavLst>
                                        <p:tav fmla="" tm="0">
                                          <p:val>
                                            <p:strVal val="0"/>
                                          </p:val>
                                        </p:tav>
                                        <p:tav fmla="" tm="100000">
                                          <p:val>
                                            <p:strVal val="#ppt_w"/>
                                          </p:val>
                                        </p:tav>
                                      </p:tavLst>
                                    </p:anim>
                                    <p:anim calcmode="lin" valueType="num">
                                      <p:cBhvr additive="base">
                                        <p:cTn dur="500"/>
                                        <p:tgtEl>
                                          <p:spTgt spid="326"/>
                                        </p:tgtEl>
                                        <p:attrNameLst>
                                          <p:attrName>ppt_h</p:attrName>
                                        </p:attrNameLst>
                                      </p:cBhvr>
                                      <p:tavLst>
                                        <p:tav fmla="" tm="0">
                                          <p:val>
                                            <p:strVal val="0"/>
                                          </p:val>
                                        </p:tav>
                                        <p:tav fmla="" tm="100000">
                                          <p:val>
                                            <p:strVal val="#ppt_h"/>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8"/>
                                        </p:tgtEl>
                                        <p:attrNameLst>
                                          <p:attrName>style.visibility</p:attrName>
                                        </p:attrNameLst>
                                      </p:cBhvr>
                                      <p:to>
                                        <p:strVal val="visible"/>
                                      </p:to>
                                    </p:set>
                                    <p:animEffect filter="fade" transition="in">
                                      <p:cBhvr>
                                        <p:cTn dur="500"/>
                                        <p:tgtEl>
                                          <p:spTgt spid="32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7">
                                            <p:txEl>
                                              <p:pRg end="0" st="0"/>
                                            </p:txEl>
                                          </p:spTgt>
                                        </p:tgtEl>
                                        <p:attrNameLst>
                                          <p:attrName>style.visibility</p:attrName>
                                        </p:attrNameLst>
                                      </p:cBhvr>
                                      <p:to>
                                        <p:strVal val="visible"/>
                                      </p:to>
                                    </p:set>
                                    <p:animEffect filter="fade" transition="in">
                                      <p:cBhvr>
                                        <p:cTn dur="500"/>
                                        <p:tgtEl>
                                          <p:spTgt spid="32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29"/>
                                        </p:tgtEl>
                                        <p:attrNameLst>
                                          <p:attrName>style.visibility</p:attrName>
                                        </p:attrNameLst>
                                      </p:cBhvr>
                                      <p:to>
                                        <p:strVal val="visible"/>
                                      </p:to>
                                    </p:set>
                                    <p:animEffect filter="fade" transition="in">
                                      <p:cBhvr>
                                        <p:cTn dur="500"/>
                                        <p:tgtEl>
                                          <p:spTgt spid="32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1"/>
                                        </p:tgtEl>
                                        <p:attrNameLst>
                                          <p:attrName>style.visibility</p:attrName>
                                        </p:attrNameLst>
                                      </p:cBhvr>
                                      <p:to>
                                        <p:strVal val="visible"/>
                                      </p:to>
                                    </p:set>
                                    <p:animEffect filter="fade" transition="in">
                                      <p:cBhvr>
                                        <p:cTn dur="500"/>
                                        <p:tgtEl>
                                          <p:spTgt spid="3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0"/>
                                        </p:tgtEl>
                                        <p:attrNameLst>
                                          <p:attrName>style.visibility</p:attrName>
                                        </p:attrNameLst>
                                      </p:cBhvr>
                                      <p:to>
                                        <p:strVal val="visible"/>
                                      </p:to>
                                    </p:set>
                                    <p:animEffect filter="fade" transition="in">
                                      <p:cBhvr>
                                        <p:cTn dur="500"/>
                                        <p:tgtEl>
                                          <p:spTgt spid="33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2"/>
                                        </p:tgtEl>
                                        <p:attrNameLst>
                                          <p:attrName>style.visibility</p:attrName>
                                        </p:attrNameLst>
                                      </p:cBhvr>
                                      <p:to>
                                        <p:strVal val="visible"/>
                                      </p:to>
                                    </p:set>
                                    <p:animEffect filter="fade" transition="in">
                                      <p:cBhvr>
                                        <p:cTn dur="500"/>
                                        <p:tgtEl>
                                          <p:spTgt spid="33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